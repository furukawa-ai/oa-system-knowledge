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75" r:id="rId5"/>
    <p:sldId id="276" r:id="rId6"/>
    <p:sldId id="274"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CDEF2"/>
    <a:srgbClr val="FCB6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p:scale>
          <a:sx n="90" d="100"/>
          <a:sy n="90" d="100"/>
        </p:scale>
        <p:origin x="666" y="54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image" Target="../media/image4.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hyperlink" Target="https://www.furukawaelectric.com/purpose/" TargetMode="Externa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hyperlink" Target="https://www.furukawaelectric.com/en/purpose/" TargetMode="External"/><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表紙_Cover">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CFB6A7-DFA3-088B-471A-901C910A7F35}"/>
              </a:ext>
            </a:extLst>
          </p:cNvPr>
          <p:cNvSpPr>
            <a:spLocks noGrp="1"/>
          </p:cNvSpPr>
          <p:nvPr>
            <p:ph type="ctrTitle" hasCustomPrompt="1"/>
          </p:nvPr>
        </p:nvSpPr>
        <p:spPr>
          <a:xfrm>
            <a:off x="828000" y="2232000"/>
            <a:ext cx="9000000" cy="1119600"/>
          </a:xfrm>
        </p:spPr>
        <p:txBody>
          <a:bodyPr anchor="b">
            <a:noAutofit/>
          </a:bodyPr>
          <a:lstStyle>
            <a:lvl1pPr algn="l">
              <a:lnSpc>
                <a:spcPct val="100000"/>
              </a:lnSpc>
              <a:spcAft>
                <a:spcPts val="300"/>
              </a:spcAft>
              <a:defRPr sz="3200" b="1">
                <a:latin typeface="+mj-lt"/>
                <a:ea typeface="+mj-ea"/>
              </a:defRPr>
            </a:lvl1pPr>
          </a:lstStyle>
          <a:p>
            <a:r>
              <a:rPr kumimoji="1" lang="ja-JP" altLang="en-US" dirty="0"/>
              <a:t>表題</a:t>
            </a:r>
            <a:r>
              <a:rPr kumimoji="1" lang="en-US" altLang="ja-JP" dirty="0"/>
              <a:t> - What</a:t>
            </a:r>
          </a:p>
        </p:txBody>
      </p:sp>
      <p:sp>
        <p:nvSpPr>
          <p:cNvPr id="3" name="字幕 2">
            <a:extLst>
              <a:ext uri="{FF2B5EF4-FFF2-40B4-BE49-F238E27FC236}">
                <a16:creationId xmlns:a16="http://schemas.microsoft.com/office/drawing/2014/main" id="{111DBA45-F902-7115-98FD-7119F86245AD}"/>
              </a:ext>
            </a:extLst>
          </p:cNvPr>
          <p:cNvSpPr>
            <a:spLocks noGrp="1"/>
          </p:cNvSpPr>
          <p:nvPr>
            <p:ph type="subTitle" idx="1" hasCustomPrompt="1"/>
          </p:nvPr>
        </p:nvSpPr>
        <p:spPr>
          <a:xfrm>
            <a:off x="828000" y="3852000"/>
            <a:ext cx="9000000" cy="471600"/>
          </a:xfrm>
        </p:spPr>
        <p:txBody>
          <a:bodyPr>
            <a:noAutofit/>
          </a:bodyPr>
          <a:lstStyle>
            <a:lvl1pPr marL="0" indent="0" algn="l">
              <a:lnSpc>
                <a:spcPct val="100000"/>
              </a:lnSpc>
              <a:spcBef>
                <a:spcPts val="0"/>
              </a:spcBef>
              <a:spcAft>
                <a:spcPts val="300"/>
              </a:spcAft>
              <a:buNone/>
              <a:defRPr sz="1800">
                <a:latin typeface="+mn-lt"/>
              </a:defRPr>
            </a:lvl1pPr>
            <a:lvl2pPr marL="0" indent="0" algn="l">
              <a:lnSpc>
                <a:spcPct val="100000"/>
              </a:lnSpc>
              <a:spcBef>
                <a:spcPts val="0"/>
              </a:spcBef>
              <a:spcAft>
                <a:spcPts val="300"/>
              </a:spcAft>
              <a:buNone/>
              <a:defRPr sz="1800"/>
            </a:lvl2pPr>
            <a:lvl3pPr marL="0" indent="0" algn="l">
              <a:lnSpc>
                <a:spcPct val="100000"/>
              </a:lnSpc>
              <a:spcBef>
                <a:spcPts val="0"/>
              </a:spcBef>
              <a:spcAft>
                <a:spcPts val="300"/>
              </a:spcAft>
              <a:buNone/>
              <a:defRPr sz="1800"/>
            </a:lvl3pPr>
            <a:lvl4pPr marL="0" indent="0" algn="l">
              <a:lnSpc>
                <a:spcPct val="100000"/>
              </a:lnSpc>
              <a:spcBef>
                <a:spcPts val="0"/>
              </a:spcBef>
              <a:spcAft>
                <a:spcPts val="300"/>
              </a:spcAft>
              <a:buNone/>
              <a:defRPr sz="1800"/>
            </a:lvl4pPr>
            <a:lvl5pPr marL="360000" indent="0" algn="l">
              <a:lnSpc>
                <a:spcPct val="100000"/>
              </a:lnSpc>
              <a:spcBef>
                <a:spcPts val="0"/>
              </a:spcBef>
              <a:spcAft>
                <a:spcPts val="300"/>
              </a:spcAft>
              <a:buNone/>
              <a:defRPr sz="1800"/>
            </a:lvl5pPr>
            <a:lvl6pPr marL="1713600" indent="0" algn="l">
              <a:lnSpc>
                <a:spcPct val="100000"/>
              </a:lnSpc>
              <a:spcBef>
                <a:spcPts val="0"/>
              </a:spcBef>
              <a:spcAft>
                <a:spcPts val="300"/>
              </a:spcAft>
              <a:buNone/>
              <a:defRPr sz="1800"/>
            </a:lvl6pPr>
            <a:lvl7pPr marL="2073600" indent="0" algn="l">
              <a:lnSpc>
                <a:spcPct val="100000"/>
              </a:lnSpc>
              <a:spcBef>
                <a:spcPts val="0"/>
              </a:spcBef>
              <a:spcAft>
                <a:spcPts val="300"/>
              </a:spcAft>
              <a:buNone/>
              <a:defRPr sz="1800"/>
            </a:lvl7pPr>
            <a:lvl8pPr marL="2433600" indent="0" algn="l">
              <a:lnSpc>
                <a:spcPct val="100000"/>
              </a:lnSpc>
              <a:spcBef>
                <a:spcPts val="0"/>
              </a:spcBef>
              <a:spcAft>
                <a:spcPts val="300"/>
              </a:spcAft>
              <a:buNone/>
              <a:defRPr sz="1800"/>
            </a:lvl8pPr>
            <a:lvl9pPr marL="2793600" indent="0" algn="l">
              <a:lnSpc>
                <a:spcPct val="100000"/>
              </a:lnSpc>
              <a:spcBef>
                <a:spcPts val="0"/>
              </a:spcBef>
              <a:spcAft>
                <a:spcPts val="300"/>
              </a:spcAft>
              <a:buNone/>
              <a:defRPr sz="1800"/>
            </a:lvl9pPr>
          </a:lstStyle>
          <a:p>
            <a:pPr lvl="0"/>
            <a:r>
              <a:rPr kumimoji="1" lang="ja-JP" altLang="en-US" dirty="0"/>
              <a:t>副題</a:t>
            </a:r>
            <a:r>
              <a:rPr kumimoji="1" lang="en-US" altLang="ja-JP" dirty="0"/>
              <a:t> - Why</a:t>
            </a:r>
          </a:p>
        </p:txBody>
      </p:sp>
      <p:sp>
        <p:nvSpPr>
          <p:cNvPr id="8" name="テキスト プレースホルダー 7">
            <a:extLst>
              <a:ext uri="{FF2B5EF4-FFF2-40B4-BE49-F238E27FC236}">
                <a16:creationId xmlns:a16="http://schemas.microsoft.com/office/drawing/2014/main" id="{9133818E-BD36-5167-F57E-8F5A6504734D}"/>
              </a:ext>
            </a:extLst>
          </p:cNvPr>
          <p:cNvSpPr>
            <a:spLocks noGrp="1"/>
          </p:cNvSpPr>
          <p:nvPr>
            <p:ph type="body" sz="quarter" idx="13" hasCustomPrompt="1"/>
          </p:nvPr>
        </p:nvSpPr>
        <p:spPr>
          <a:xfrm>
            <a:off x="828000" y="4860000"/>
            <a:ext cx="9000000" cy="342000"/>
          </a:xfrm>
        </p:spPr>
        <p:txBody>
          <a:bodyPr>
            <a:noAutofit/>
          </a:bodyPr>
          <a:lstStyle>
            <a:lvl1pPr marL="0" indent="0">
              <a:lnSpc>
                <a:spcPct val="100000"/>
              </a:lnSpc>
              <a:spcBef>
                <a:spcPts val="0"/>
              </a:spcBef>
              <a:spcAft>
                <a:spcPts val="300"/>
              </a:spcAft>
              <a:buNone/>
              <a:defRPr sz="1600"/>
            </a:lvl1pPr>
            <a:lvl2pPr marL="0" indent="0">
              <a:lnSpc>
                <a:spcPct val="100000"/>
              </a:lnSpc>
              <a:spcBef>
                <a:spcPts val="0"/>
              </a:spcBef>
              <a:spcAft>
                <a:spcPts val="300"/>
              </a:spcAft>
              <a:buNone/>
              <a:defRPr sz="1600"/>
            </a:lvl2pPr>
            <a:lvl3pPr marL="0" indent="0">
              <a:lnSpc>
                <a:spcPct val="100000"/>
              </a:lnSpc>
              <a:spcBef>
                <a:spcPts val="0"/>
              </a:spcBef>
              <a:spcAft>
                <a:spcPts val="300"/>
              </a:spcAft>
              <a:buNone/>
              <a:defRPr sz="1600"/>
            </a:lvl3pPr>
            <a:lvl4pPr marL="0" indent="0">
              <a:lnSpc>
                <a:spcPct val="100000"/>
              </a:lnSpc>
              <a:spcBef>
                <a:spcPts val="0"/>
              </a:spcBef>
              <a:spcAft>
                <a:spcPts val="300"/>
              </a:spcAft>
              <a:buNone/>
              <a:defRPr sz="1600"/>
            </a:lvl4pPr>
            <a:lvl5pPr marL="360000" indent="0">
              <a:lnSpc>
                <a:spcPct val="100000"/>
              </a:lnSpc>
              <a:spcBef>
                <a:spcPts val="0"/>
              </a:spcBef>
              <a:spcAft>
                <a:spcPts val="300"/>
              </a:spcAft>
              <a:buNone/>
              <a:defRPr sz="1600"/>
            </a:lvl5pPr>
            <a:lvl6pPr marL="1714500" indent="0">
              <a:buNone/>
              <a:defRPr sz="1600"/>
            </a:lvl6pPr>
            <a:lvl7pPr marL="2057400" indent="0">
              <a:buNone/>
              <a:defRPr sz="1600"/>
            </a:lvl7pPr>
            <a:lvl8pPr marL="2400300" indent="0">
              <a:buNone/>
              <a:defRPr sz="1600"/>
            </a:lvl8pPr>
            <a:lvl9pPr marL="2743200" indent="0">
              <a:buNone/>
              <a:defRPr sz="1600"/>
            </a:lvl9pPr>
          </a:lstStyle>
          <a:p>
            <a:pPr lvl="0"/>
            <a:r>
              <a:rPr kumimoji="1" lang="ja-JP" altLang="en-US" dirty="0"/>
              <a:t>日付</a:t>
            </a:r>
          </a:p>
        </p:txBody>
      </p:sp>
      <p:sp>
        <p:nvSpPr>
          <p:cNvPr id="9" name="テキスト プレースホルダー 7">
            <a:extLst>
              <a:ext uri="{FF2B5EF4-FFF2-40B4-BE49-F238E27FC236}">
                <a16:creationId xmlns:a16="http://schemas.microsoft.com/office/drawing/2014/main" id="{F5FD9D04-FFFE-1025-9268-C0AA39010178}"/>
              </a:ext>
            </a:extLst>
          </p:cNvPr>
          <p:cNvSpPr>
            <a:spLocks noGrp="1"/>
          </p:cNvSpPr>
          <p:nvPr>
            <p:ph type="body" sz="quarter" idx="14" hasCustomPrompt="1"/>
          </p:nvPr>
        </p:nvSpPr>
        <p:spPr>
          <a:xfrm>
            <a:off x="828000" y="5364000"/>
            <a:ext cx="9000000" cy="342000"/>
          </a:xfrm>
        </p:spPr>
        <p:txBody>
          <a:bodyPr>
            <a:noAutofit/>
          </a:bodyPr>
          <a:lstStyle>
            <a:lvl1pPr marL="0" indent="0">
              <a:lnSpc>
                <a:spcPct val="100000"/>
              </a:lnSpc>
              <a:spcBef>
                <a:spcPts val="0"/>
              </a:spcBef>
              <a:spcAft>
                <a:spcPts val="300"/>
              </a:spcAft>
              <a:buNone/>
              <a:defRPr sz="1600"/>
            </a:lvl1pPr>
            <a:lvl2pPr marL="0" indent="0">
              <a:lnSpc>
                <a:spcPct val="100000"/>
              </a:lnSpc>
              <a:spcBef>
                <a:spcPts val="0"/>
              </a:spcBef>
              <a:spcAft>
                <a:spcPts val="300"/>
              </a:spcAft>
              <a:buNone/>
              <a:defRPr sz="1600"/>
            </a:lvl2pPr>
            <a:lvl3pPr marL="0" indent="0">
              <a:lnSpc>
                <a:spcPct val="100000"/>
              </a:lnSpc>
              <a:spcBef>
                <a:spcPts val="0"/>
              </a:spcBef>
              <a:spcAft>
                <a:spcPts val="300"/>
              </a:spcAft>
              <a:buNone/>
              <a:defRPr sz="1600"/>
            </a:lvl3pPr>
            <a:lvl4pPr marL="0" indent="0">
              <a:lnSpc>
                <a:spcPct val="100000"/>
              </a:lnSpc>
              <a:spcBef>
                <a:spcPts val="0"/>
              </a:spcBef>
              <a:spcAft>
                <a:spcPts val="300"/>
              </a:spcAft>
              <a:buNone/>
              <a:defRPr sz="1600"/>
            </a:lvl4pPr>
            <a:lvl5pPr marL="360000" indent="0">
              <a:lnSpc>
                <a:spcPct val="100000"/>
              </a:lnSpc>
              <a:spcBef>
                <a:spcPts val="0"/>
              </a:spcBef>
              <a:spcAft>
                <a:spcPts val="300"/>
              </a:spcAft>
              <a:buNone/>
              <a:defRPr sz="1600"/>
            </a:lvl5pPr>
            <a:lvl6pPr marL="1714500" indent="0">
              <a:buNone/>
              <a:defRPr sz="1600"/>
            </a:lvl6pPr>
            <a:lvl7pPr marL="2057400" indent="0">
              <a:buNone/>
              <a:defRPr sz="1600"/>
            </a:lvl7pPr>
            <a:lvl8pPr marL="2400300" indent="0">
              <a:buNone/>
              <a:defRPr sz="1600"/>
            </a:lvl8pPr>
            <a:lvl9pPr marL="2743200" indent="0">
              <a:buNone/>
              <a:defRPr sz="1600"/>
            </a:lvl9pPr>
          </a:lstStyle>
          <a:p>
            <a:pPr lvl="0"/>
            <a:r>
              <a:rPr kumimoji="1" lang="ja-JP" altLang="en-US" dirty="0"/>
              <a:t>担当・責任部署</a:t>
            </a:r>
          </a:p>
        </p:txBody>
      </p:sp>
      <p:sp>
        <p:nvSpPr>
          <p:cNvPr id="10" name="テキスト プレースホルダー 7">
            <a:extLst>
              <a:ext uri="{FF2B5EF4-FFF2-40B4-BE49-F238E27FC236}">
                <a16:creationId xmlns:a16="http://schemas.microsoft.com/office/drawing/2014/main" id="{E493CE58-1948-7107-AD25-31132A62D8D1}"/>
              </a:ext>
            </a:extLst>
          </p:cNvPr>
          <p:cNvSpPr>
            <a:spLocks noGrp="1"/>
          </p:cNvSpPr>
          <p:nvPr>
            <p:ph type="body" sz="quarter" idx="15" hasCustomPrompt="1"/>
          </p:nvPr>
        </p:nvSpPr>
        <p:spPr>
          <a:xfrm>
            <a:off x="828000" y="5706000"/>
            <a:ext cx="9000000" cy="342000"/>
          </a:xfrm>
        </p:spPr>
        <p:txBody>
          <a:bodyPr>
            <a:noAutofit/>
          </a:bodyPr>
          <a:lstStyle>
            <a:lvl1pPr marL="0" indent="0">
              <a:lnSpc>
                <a:spcPct val="100000"/>
              </a:lnSpc>
              <a:spcBef>
                <a:spcPts val="0"/>
              </a:spcBef>
              <a:spcAft>
                <a:spcPts val="300"/>
              </a:spcAft>
              <a:buNone/>
              <a:defRPr sz="1600"/>
            </a:lvl1pPr>
            <a:lvl2pPr marL="0" indent="0">
              <a:lnSpc>
                <a:spcPct val="100000"/>
              </a:lnSpc>
              <a:spcBef>
                <a:spcPts val="0"/>
              </a:spcBef>
              <a:spcAft>
                <a:spcPts val="300"/>
              </a:spcAft>
              <a:buNone/>
              <a:defRPr sz="1600"/>
            </a:lvl2pPr>
            <a:lvl3pPr marL="0" indent="0">
              <a:lnSpc>
                <a:spcPct val="100000"/>
              </a:lnSpc>
              <a:spcBef>
                <a:spcPts val="0"/>
              </a:spcBef>
              <a:spcAft>
                <a:spcPts val="300"/>
              </a:spcAft>
              <a:buNone/>
              <a:defRPr sz="1600"/>
            </a:lvl3pPr>
            <a:lvl4pPr marL="0" indent="0">
              <a:lnSpc>
                <a:spcPct val="100000"/>
              </a:lnSpc>
              <a:spcBef>
                <a:spcPts val="0"/>
              </a:spcBef>
              <a:spcAft>
                <a:spcPts val="300"/>
              </a:spcAft>
              <a:buNone/>
              <a:defRPr sz="1600"/>
            </a:lvl4pPr>
            <a:lvl5pPr marL="360000" indent="0">
              <a:lnSpc>
                <a:spcPct val="100000"/>
              </a:lnSpc>
              <a:spcBef>
                <a:spcPts val="0"/>
              </a:spcBef>
              <a:spcAft>
                <a:spcPts val="300"/>
              </a:spcAft>
              <a:buNone/>
              <a:defRPr sz="1600"/>
            </a:lvl5pPr>
            <a:lvl6pPr marL="1714500" indent="0">
              <a:buNone/>
              <a:defRPr sz="1600"/>
            </a:lvl6pPr>
            <a:lvl7pPr marL="2057400" indent="0">
              <a:buNone/>
              <a:defRPr sz="1600"/>
            </a:lvl7pPr>
            <a:lvl8pPr marL="2400300" indent="0">
              <a:buNone/>
              <a:defRPr sz="1600"/>
            </a:lvl8pPr>
            <a:lvl9pPr marL="2743200" indent="0">
              <a:buNone/>
              <a:defRPr sz="1600"/>
            </a:lvl9pPr>
          </a:lstStyle>
          <a:p>
            <a:pPr lvl="0"/>
            <a:r>
              <a:rPr kumimoji="1" lang="ja-JP" altLang="en-US" dirty="0"/>
              <a:t>担当・責任者名</a:t>
            </a:r>
          </a:p>
        </p:txBody>
      </p:sp>
      <p:sp>
        <p:nvSpPr>
          <p:cNvPr id="11" name="テキスト プレースホルダー 7">
            <a:extLst>
              <a:ext uri="{FF2B5EF4-FFF2-40B4-BE49-F238E27FC236}">
                <a16:creationId xmlns:a16="http://schemas.microsoft.com/office/drawing/2014/main" id="{80606877-5322-6533-A334-1DE6931B2E97}"/>
              </a:ext>
            </a:extLst>
          </p:cNvPr>
          <p:cNvSpPr>
            <a:spLocks noGrp="1"/>
          </p:cNvSpPr>
          <p:nvPr>
            <p:ph type="body" sz="quarter" idx="16" hasCustomPrompt="1"/>
          </p:nvPr>
        </p:nvSpPr>
        <p:spPr>
          <a:xfrm>
            <a:off x="7179159" y="252000"/>
            <a:ext cx="4800000" cy="342000"/>
          </a:xfrm>
        </p:spPr>
        <p:txBody>
          <a:bodyPr wrap="square">
            <a:noAutofit/>
          </a:bodyPr>
          <a:lstStyle>
            <a:lvl1pPr marL="0" indent="0" algn="r">
              <a:lnSpc>
                <a:spcPct val="100000"/>
              </a:lnSpc>
              <a:spcBef>
                <a:spcPts val="0"/>
              </a:spcBef>
              <a:spcAft>
                <a:spcPts val="300"/>
              </a:spcAft>
              <a:buNone/>
              <a:defRPr sz="1600"/>
            </a:lvl1pPr>
            <a:lvl2pPr marL="0" indent="0" algn="r">
              <a:lnSpc>
                <a:spcPct val="100000"/>
              </a:lnSpc>
              <a:spcBef>
                <a:spcPts val="0"/>
              </a:spcBef>
              <a:spcAft>
                <a:spcPts val="300"/>
              </a:spcAft>
              <a:buNone/>
              <a:defRPr sz="1600"/>
            </a:lvl2pPr>
            <a:lvl3pPr marL="0" indent="0" algn="r">
              <a:lnSpc>
                <a:spcPct val="100000"/>
              </a:lnSpc>
              <a:spcBef>
                <a:spcPts val="0"/>
              </a:spcBef>
              <a:spcAft>
                <a:spcPts val="300"/>
              </a:spcAft>
              <a:buNone/>
              <a:defRPr sz="1600">
                <a:solidFill>
                  <a:schemeClr val="tx1"/>
                </a:solidFill>
              </a:defRPr>
            </a:lvl3pPr>
            <a:lvl4pPr marL="0" indent="0" algn="r">
              <a:lnSpc>
                <a:spcPct val="100000"/>
              </a:lnSpc>
              <a:spcBef>
                <a:spcPts val="0"/>
              </a:spcBef>
              <a:spcAft>
                <a:spcPts val="300"/>
              </a:spcAft>
              <a:buNone/>
              <a:defRPr sz="1600">
                <a:solidFill>
                  <a:schemeClr val="tx1"/>
                </a:solidFill>
              </a:defRPr>
            </a:lvl4pPr>
            <a:lvl5pPr marL="360000" indent="0" algn="l">
              <a:lnSpc>
                <a:spcPct val="100000"/>
              </a:lnSpc>
              <a:spcBef>
                <a:spcPts val="0"/>
              </a:spcBef>
              <a:spcAft>
                <a:spcPts val="300"/>
              </a:spcAft>
              <a:buNone/>
              <a:defRPr sz="1600">
                <a:solidFill>
                  <a:schemeClr val="tx1"/>
                </a:solidFill>
              </a:defRPr>
            </a:lvl5pPr>
            <a:lvl6pPr marL="1714500" indent="0">
              <a:buNone/>
              <a:defRPr sz="1600">
                <a:solidFill>
                  <a:schemeClr val="tx1"/>
                </a:solidFill>
              </a:defRPr>
            </a:lvl6pPr>
            <a:lvl7pPr marL="2057400" indent="0">
              <a:buNone/>
              <a:defRPr sz="1600">
                <a:solidFill>
                  <a:schemeClr val="tx1"/>
                </a:solidFill>
              </a:defRPr>
            </a:lvl7pPr>
            <a:lvl8pPr marL="2400300" indent="0">
              <a:buNone/>
              <a:defRPr sz="1600">
                <a:solidFill>
                  <a:schemeClr val="tx1"/>
                </a:solidFill>
              </a:defRPr>
            </a:lvl8pPr>
            <a:lvl9pPr marL="2743200" indent="0">
              <a:buNone/>
              <a:defRPr sz="1600">
                <a:solidFill>
                  <a:schemeClr val="tx1"/>
                </a:solidFill>
              </a:defRPr>
            </a:lvl9pPr>
          </a:lstStyle>
          <a:p>
            <a:pPr lvl="0"/>
            <a:r>
              <a:rPr kumimoji="1" lang="ja-JP" altLang="en-US" dirty="0"/>
              <a:t>資料情報</a:t>
            </a:r>
          </a:p>
        </p:txBody>
      </p:sp>
      <p:pic>
        <p:nvPicPr>
          <p:cNvPr id="5" name="図 4">
            <a:extLst>
              <a:ext uri="{FF2B5EF4-FFF2-40B4-BE49-F238E27FC236}">
                <a16:creationId xmlns:a16="http://schemas.microsoft.com/office/drawing/2014/main" id="{1B8325F6-A66B-F5C4-B9CB-E98CD373214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456000"/>
            <a:ext cx="12192000" cy="179742"/>
          </a:xfrm>
          <a:prstGeom prst="rect">
            <a:avLst/>
          </a:prstGeom>
        </p:spPr>
      </p:pic>
      <p:sp>
        <p:nvSpPr>
          <p:cNvPr id="7" name="TextBox 29">
            <a:extLst>
              <a:ext uri="{FF2B5EF4-FFF2-40B4-BE49-F238E27FC236}">
                <a16:creationId xmlns:a16="http://schemas.microsoft.com/office/drawing/2014/main" id="{46A5444E-F943-6172-820C-A687BACC9C4F}"/>
              </a:ext>
            </a:extLst>
          </p:cNvPr>
          <p:cNvSpPr txBox="1"/>
          <p:nvPr userDrawn="1"/>
        </p:nvSpPr>
        <p:spPr>
          <a:xfrm>
            <a:off x="227013" y="6624000"/>
            <a:ext cx="1508860" cy="107722"/>
          </a:xfrm>
          <a:prstGeom prst="rect">
            <a:avLst/>
          </a:prstGeom>
          <a:noFill/>
        </p:spPr>
        <p:txBody>
          <a:bodyPr wrap="square" lIns="0" tIns="0" rIns="0" bIns="0" rtlCol="0" anchor="t" anchorCtr="0">
            <a:spAutoFit/>
          </a:bodyPr>
          <a:lstStyle/>
          <a:p>
            <a:pPr>
              <a:defRPr/>
            </a:pPr>
            <a:r>
              <a:rPr lang="en-US" altLang="ja-JP" sz="700" baseline="0" dirty="0">
                <a:latin typeface="+mn-lt"/>
                <a:ea typeface="+mn-ea"/>
                <a:cs typeface="Arial" panose="020B0604020202020204" pitchFamily="34" charset="0"/>
              </a:rPr>
              <a:t>© FURUKAWA ELECTRIC CO., LTD. </a:t>
            </a:r>
          </a:p>
        </p:txBody>
      </p:sp>
      <p:pic>
        <p:nvPicPr>
          <p:cNvPr id="4" name="図 3" descr="テキスト">
            <a:extLst>
              <a:ext uri="{FF2B5EF4-FFF2-40B4-BE49-F238E27FC236}">
                <a16:creationId xmlns:a16="http://schemas.microsoft.com/office/drawing/2014/main" id="{DF700FD8-371A-FC17-B844-D8712354A6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96000" y="288000"/>
            <a:ext cx="2340000" cy="959016"/>
          </a:xfrm>
          <a:prstGeom prst="rect">
            <a:avLst/>
          </a:prstGeom>
        </p:spPr>
      </p:pic>
    </p:spTree>
    <p:extLst>
      <p:ext uri="{BB962C8B-B14F-4D97-AF65-F5344CB8AC3E}">
        <p14:creationId xmlns:p14="http://schemas.microsoft.com/office/powerpoint/2010/main" val="1402511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表紙（英語）_Cover（English）">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CFB6A7-DFA3-088B-471A-901C910A7F35}"/>
              </a:ext>
            </a:extLst>
          </p:cNvPr>
          <p:cNvSpPr>
            <a:spLocks noGrp="1"/>
          </p:cNvSpPr>
          <p:nvPr>
            <p:ph type="ctrTitle" hasCustomPrompt="1"/>
          </p:nvPr>
        </p:nvSpPr>
        <p:spPr>
          <a:xfrm>
            <a:off x="828000" y="2232000"/>
            <a:ext cx="9000000" cy="1119600"/>
          </a:xfrm>
        </p:spPr>
        <p:txBody>
          <a:bodyPr anchor="b">
            <a:noAutofit/>
          </a:bodyPr>
          <a:lstStyle>
            <a:lvl1pPr algn="l">
              <a:lnSpc>
                <a:spcPct val="100000"/>
              </a:lnSpc>
              <a:spcAft>
                <a:spcPts val="300"/>
              </a:spcAft>
              <a:defRPr sz="3200" b="1"/>
            </a:lvl1pPr>
          </a:lstStyle>
          <a:p>
            <a:r>
              <a:rPr kumimoji="1" lang="en-US" altLang="ja-JP" dirty="0"/>
              <a:t>Title - What</a:t>
            </a:r>
          </a:p>
        </p:txBody>
      </p:sp>
      <p:sp>
        <p:nvSpPr>
          <p:cNvPr id="3" name="字幕 2">
            <a:extLst>
              <a:ext uri="{FF2B5EF4-FFF2-40B4-BE49-F238E27FC236}">
                <a16:creationId xmlns:a16="http://schemas.microsoft.com/office/drawing/2014/main" id="{111DBA45-F902-7115-98FD-7119F86245AD}"/>
              </a:ext>
            </a:extLst>
          </p:cNvPr>
          <p:cNvSpPr>
            <a:spLocks noGrp="1"/>
          </p:cNvSpPr>
          <p:nvPr>
            <p:ph type="subTitle" idx="1" hasCustomPrompt="1"/>
          </p:nvPr>
        </p:nvSpPr>
        <p:spPr>
          <a:xfrm>
            <a:off x="828000" y="3852000"/>
            <a:ext cx="9000000" cy="468000"/>
          </a:xfrm>
        </p:spPr>
        <p:txBody>
          <a:bodyPr>
            <a:noAutofit/>
          </a:bodyPr>
          <a:lstStyle>
            <a:lvl1pPr marL="0" indent="0" algn="l">
              <a:lnSpc>
                <a:spcPct val="100000"/>
              </a:lnSpc>
              <a:spcBef>
                <a:spcPts val="0"/>
              </a:spcBef>
              <a:spcAft>
                <a:spcPts val="300"/>
              </a:spcAft>
              <a:buNone/>
              <a:defRPr sz="1800"/>
            </a:lvl1pPr>
            <a:lvl2pPr marL="0" indent="0" algn="l">
              <a:lnSpc>
                <a:spcPct val="100000"/>
              </a:lnSpc>
              <a:spcBef>
                <a:spcPts val="0"/>
              </a:spcBef>
              <a:spcAft>
                <a:spcPts val="300"/>
              </a:spcAft>
              <a:buNone/>
              <a:defRPr sz="1800"/>
            </a:lvl2pPr>
            <a:lvl3pPr marL="0" indent="0" algn="l">
              <a:lnSpc>
                <a:spcPct val="100000"/>
              </a:lnSpc>
              <a:spcBef>
                <a:spcPts val="0"/>
              </a:spcBef>
              <a:spcAft>
                <a:spcPts val="300"/>
              </a:spcAft>
              <a:buNone/>
              <a:defRPr sz="1800"/>
            </a:lvl3pPr>
            <a:lvl4pPr marL="0" indent="0" algn="l">
              <a:lnSpc>
                <a:spcPct val="100000"/>
              </a:lnSpc>
              <a:spcBef>
                <a:spcPts val="0"/>
              </a:spcBef>
              <a:spcAft>
                <a:spcPts val="300"/>
              </a:spcAft>
              <a:buNone/>
              <a:defRPr sz="1800"/>
            </a:lvl4pPr>
            <a:lvl5pPr marL="360000" indent="0" algn="l">
              <a:lnSpc>
                <a:spcPct val="100000"/>
              </a:lnSpc>
              <a:spcBef>
                <a:spcPts val="0"/>
              </a:spcBef>
              <a:spcAft>
                <a:spcPts val="300"/>
              </a:spcAft>
              <a:buNone/>
              <a:defRPr sz="1800"/>
            </a:lvl5pPr>
            <a:lvl6pPr marL="1714500" indent="0" algn="l">
              <a:buNone/>
              <a:defRPr sz="1800"/>
            </a:lvl6pPr>
            <a:lvl7pPr marL="2057400" indent="0" algn="l">
              <a:buNone/>
              <a:defRPr sz="1800"/>
            </a:lvl7pPr>
            <a:lvl8pPr marL="2400300" indent="0" algn="l">
              <a:buNone/>
              <a:defRPr sz="1800"/>
            </a:lvl8pPr>
            <a:lvl9pPr marL="2743200" indent="0" algn="l">
              <a:buNone/>
              <a:defRPr sz="1800"/>
            </a:lvl9pPr>
          </a:lstStyle>
          <a:p>
            <a:pPr lvl="0"/>
            <a:r>
              <a:rPr kumimoji="1" lang="en-US" altLang="ja-JP" dirty="0"/>
              <a:t>Subtitle - Why</a:t>
            </a:r>
          </a:p>
        </p:txBody>
      </p:sp>
      <p:sp>
        <p:nvSpPr>
          <p:cNvPr id="8" name="テキスト プレースホルダー 7">
            <a:extLst>
              <a:ext uri="{FF2B5EF4-FFF2-40B4-BE49-F238E27FC236}">
                <a16:creationId xmlns:a16="http://schemas.microsoft.com/office/drawing/2014/main" id="{9133818E-BD36-5167-F57E-8F5A6504734D}"/>
              </a:ext>
            </a:extLst>
          </p:cNvPr>
          <p:cNvSpPr>
            <a:spLocks noGrp="1"/>
          </p:cNvSpPr>
          <p:nvPr>
            <p:ph type="body" sz="quarter" idx="13" hasCustomPrompt="1"/>
          </p:nvPr>
        </p:nvSpPr>
        <p:spPr>
          <a:xfrm>
            <a:off x="828000" y="4860000"/>
            <a:ext cx="9000000" cy="342000"/>
          </a:xfrm>
        </p:spPr>
        <p:txBody>
          <a:bodyPr>
            <a:noAutofit/>
          </a:bodyPr>
          <a:lstStyle>
            <a:lvl1pPr marL="0" indent="0">
              <a:lnSpc>
                <a:spcPct val="100000"/>
              </a:lnSpc>
              <a:spcBef>
                <a:spcPts val="0"/>
              </a:spcBef>
              <a:spcAft>
                <a:spcPts val="300"/>
              </a:spcAft>
              <a:buNone/>
              <a:defRPr sz="1600"/>
            </a:lvl1pPr>
            <a:lvl2pPr marL="0" indent="0">
              <a:lnSpc>
                <a:spcPct val="100000"/>
              </a:lnSpc>
              <a:spcBef>
                <a:spcPts val="0"/>
              </a:spcBef>
              <a:spcAft>
                <a:spcPts val="300"/>
              </a:spcAft>
              <a:buNone/>
              <a:defRPr sz="1600">
                <a:solidFill>
                  <a:schemeClr val="tx1"/>
                </a:solidFill>
              </a:defRPr>
            </a:lvl2pPr>
            <a:lvl3pPr marL="0" indent="0">
              <a:lnSpc>
                <a:spcPct val="100000"/>
              </a:lnSpc>
              <a:spcBef>
                <a:spcPts val="0"/>
              </a:spcBef>
              <a:spcAft>
                <a:spcPts val="300"/>
              </a:spcAft>
              <a:buNone/>
              <a:defRPr sz="1600"/>
            </a:lvl3pPr>
            <a:lvl4pPr marL="0" indent="0">
              <a:lnSpc>
                <a:spcPct val="100000"/>
              </a:lnSpc>
              <a:spcBef>
                <a:spcPts val="0"/>
              </a:spcBef>
              <a:spcAft>
                <a:spcPts val="300"/>
              </a:spcAft>
              <a:buNone/>
              <a:defRPr sz="1600"/>
            </a:lvl4pPr>
            <a:lvl5pPr marL="360000" indent="0">
              <a:lnSpc>
                <a:spcPct val="100000"/>
              </a:lnSpc>
              <a:spcBef>
                <a:spcPts val="0"/>
              </a:spcBef>
              <a:spcAft>
                <a:spcPts val="300"/>
              </a:spcAft>
              <a:buNone/>
              <a:defRPr sz="1600"/>
            </a:lvl5pPr>
            <a:lvl6pPr marL="1714500" indent="0">
              <a:buNone/>
              <a:defRPr sz="1600"/>
            </a:lvl6pPr>
            <a:lvl7pPr marL="2057400" indent="0">
              <a:buNone/>
              <a:defRPr sz="1600"/>
            </a:lvl7pPr>
            <a:lvl8pPr marL="2400300" indent="0">
              <a:buNone/>
              <a:defRPr sz="1600"/>
            </a:lvl8pPr>
            <a:lvl9pPr marL="2743200" indent="0">
              <a:buNone/>
              <a:defRPr sz="1600"/>
            </a:lvl9pPr>
          </a:lstStyle>
          <a:p>
            <a:pPr lvl="0"/>
            <a:r>
              <a:rPr kumimoji="1" lang="en-US" altLang="ja-JP" dirty="0"/>
              <a:t>Date</a:t>
            </a:r>
          </a:p>
        </p:txBody>
      </p:sp>
      <p:sp>
        <p:nvSpPr>
          <p:cNvPr id="9" name="テキスト プレースホルダー 7">
            <a:extLst>
              <a:ext uri="{FF2B5EF4-FFF2-40B4-BE49-F238E27FC236}">
                <a16:creationId xmlns:a16="http://schemas.microsoft.com/office/drawing/2014/main" id="{F5FD9D04-FFFE-1025-9268-C0AA39010178}"/>
              </a:ext>
            </a:extLst>
          </p:cNvPr>
          <p:cNvSpPr>
            <a:spLocks noGrp="1"/>
          </p:cNvSpPr>
          <p:nvPr>
            <p:ph type="body" sz="quarter" idx="14" hasCustomPrompt="1"/>
          </p:nvPr>
        </p:nvSpPr>
        <p:spPr>
          <a:xfrm>
            <a:off x="828000" y="5364000"/>
            <a:ext cx="9000000" cy="342000"/>
          </a:xfrm>
        </p:spPr>
        <p:txBody>
          <a:bodyPr>
            <a:noAutofit/>
          </a:bodyPr>
          <a:lstStyle>
            <a:lvl1pPr marL="0" indent="0">
              <a:lnSpc>
                <a:spcPct val="100000"/>
              </a:lnSpc>
              <a:spcBef>
                <a:spcPts val="0"/>
              </a:spcBef>
              <a:spcAft>
                <a:spcPts val="300"/>
              </a:spcAft>
              <a:buNone/>
              <a:defRPr sz="1600"/>
            </a:lvl1pPr>
            <a:lvl2pPr marL="0" indent="0">
              <a:lnSpc>
                <a:spcPct val="100000"/>
              </a:lnSpc>
              <a:spcBef>
                <a:spcPts val="0"/>
              </a:spcBef>
              <a:spcAft>
                <a:spcPts val="300"/>
              </a:spcAft>
              <a:buNone/>
              <a:defRPr sz="1600"/>
            </a:lvl2pPr>
            <a:lvl3pPr marL="0" indent="0">
              <a:lnSpc>
                <a:spcPct val="100000"/>
              </a:lnSpc>
              <a:spcBef>
                <a:spcPts val="0"/>
              </a:spcBef>
              <a:spcAft>
                <a:spcPts val="300"/>
              </a:spcAft>
              <a:buNone/>
              <a:defRPr sz="1600"/>
            </a:lvl3pPr>
            <a:lvl4pPr marL="0" indent="0">
              <a:lnSpc>
                <a:spcPct val="100000"/>
              </a:lnSpc>
              <a:spcBef>
                <a:spcPts val="0"/>
              </a:spcBef>
              <a:spcAft>
                <a:spcPts val="300"/>
              </a:spcAft>
              <a:buNone/>
              <a:defRPr sz="1600"/>
            </a:lvl4pPr>
            <a:lvl5pPr marL="360000" indent="0">
              <a:lnSpc>
                <a:spcPct val="100000"/>
              </a:lnSpc>
              <a:spcBef>
                <a:spcPts val="0"/>
              </a:spcBef>
              <a:spcAft>
                <a:spcPts val="300"/>
              </a:spcAft>
              <a:buNone/>
              <a:defRPr sz="1600"/>
            </a:lvl5pPr>
            <a:lvl6pPr marL="1714500" indent="0">
              <a:buNone/>
              <a:defRPr sz="1600"/>
            </a:lvl6pPr>
            <a:lvl7pPr marL="2057400" indent="0">
              <a:buNone/>
              <a:defRPr sz="1600"/>
            </a:lvl7pPr>
            <a:lvl8pPr marL="2400300" indent="0">
              <a:buNone/>
              <a:defRPr sz="1600"/>
            </a:lvl8pPr>
            <a:lvl9pPr marL="2743200" indent="0">
              <a:buNone/>
              <a:defRPr sz="1600"/>
            </a:lvl9pPr>
          </a:lstStyle>
          <a:p>
            <a:pPr lvl="0"/>
            <a:r>
              <a:rPr kumimoji="1" lang="en-US" altLang="ja-JP" dirty="0"/>
              <a:t>Department in charge/responsible</a:t>
            </a:r>
          </a:p>
        </p:txBody>
      </p:sp>
      <p:sp>
        <p:nvSpPr>
          <p:cNvPr id="10" name="テキスト プレースホルダー 7">
            <a:extLst>
              <a:ext uri="{FF2B5EF4-FFF2-40B4-BE49-F238E27FC236}">
                <a16:creationId xmlns:a16="http://schemas.microsoft.com/office/drawing/2014/main" id="{E493CE58-1948-7107-AD25-31132A62D8D1}"/>
              </a:ext>
            </a:extLst>
          </p:cNvPr>
          <p:cNvSpPr>
            <a:spLocks noGrp="1"/>
          </p:cNvSpPr>
          <p:nvPr>
            <p:ph type="body" sz="quarter" idx="15" hasCustomPrompt="1"/>
          </p:nvPr>
        </p:nvSpPr>
        <p:spPr>
          <a:xfrm>
            <a:off x="828000" y="5706000"/>
            <a:ext cx="9000000" cy="342000"/>
          </a:xfrm>
        </p:spPr>
        <p:txBody>
          <a:bodyPr>
            <a:noAutofit/>
          </a:bodyPr>
          <a:lstStyle>
            <a:lvl1pPr marL="0" indent="0">
              <a:lnSpc>
                <a:spcPct val="100000"/>
              </a:lnSpc>
              <a:spcBef>
                <a:spcPts val="0"/>
              </a:spcBef>
              <a:spcAft>
                <a:spcPts val="300"/>
              </a:spcAft>
              <a:buNone/>
              <a:defRPr sz="1600"/>
            </a:lvl1pPr>
            <a:lvl2pPr marL="0" indent="0">
              <a:lnSpc>
                <a:spcPct val="100000"/>
              </a:lnSpc>
              <a:spcBef>
                <a:spcPts val="0"/>
              </a:spcBef>
              <a:spcAft>
                <a:spcPts val="300"/>
              </a:spcAft>
              <a:buNone/>
              <a:defRPr sz="1600"/>
            </a:lvl2pPr>
            <a:lvl3pPr marL="0" indent="0">
              <a:lnSpc>
                <a:spcPct val="100000"/>
              </a:lnSpc>
              <a:spcBef>
                <a:spcPts val="0"/>
              </a:spcBef>
              <a:spcAft>
                <a:spcPts val="300"/>
              </a:spcAft>
              <a:buNone/>
              <a:defRPr sz="1600"/>
            </a:lvl3pPr>
            <a:lvl4pPr marL="0" indent="0">
              <a:lnSpc>
                <a:spcPct val="100000"/>
              </a:lnSpc>
              <a:spcBef>
                <a:spcPts val="0"/>
              </a:spcBef>
              <a:spcAft>
                <a:spcPts val="300"/>
              </a:spcAft>
              <a:buNone/>
              <a:defRPr sz="1600"/>
            </a:lvl4pPr>
            <a:lvl5pPr marL="360000" indent="0">
              <a:lnSpc>
                <a:spcPct val="100000"/>
              </a:lnSpc>
              <a:spcBef>
                <a:spcPts val="0"/>
              </a:spcBef>
              <a:spcAft>
                <a:spcPts val="300"/>
              </a:spcAft>
              <a:buNone/>
              <a:defRPr sz="1600"/>
            </a:lvl5pPr>
            <a:lvl6pPr marL="1714500" indent="0">
              <a:buNone/>
              <a:defRPr sz="1600"/>
            </a:lvl6pPr>
            <a:lvl7pPr marL="2057400" indent="0">
              <a:buNone/>
              <a:defRPr sz="1600"/>
            </a:lvl7pPr>
            <a:lvl8pPr marL="2400300" indent="0">
              <a:buNone/>
              <a:defRPr sz="1600"/>
            </a:lvl8pPr>
            <a:lvl9pPr marL="2743200" indent="0">
              <a:buNone/>
              <a:defRPr sz="1600"/>
            </a:lvl9pPr>
          </a:lstStyle>
          <a:p>
            <a:pPr lvl="0"/>
            <a:r>
              <a:rPr kumimoji="1" lang="en-US" altLang="ja-JP" dirty="0"/>
              <a:t>Name of person in charge/responsible</a:t>
            </a:r>
          </a:p>
        </p:txBody>
      </p:sp>
      <p:sp>
        <p:nvSpPr>
          <p:cNvPr id="4" name="TextBox 29">
            <a:extLst>
              <a:ext uri="{FF2B5EF4-FFF2-40B4-BE49-F238E27FC236}">
                <a16:creationId xmlns:a16="http://schemas.microsoft.com/office/drawing/2014/main" id="{A1AB72A1-E9F6-FBDC-44B5-4F80367268E9}"/>
              </a:ext>
            </a:extLst>
          </p:cNvPr>
          <p:cNvSpPr txBox="1"/>
          <p:nvPr userDrawn="1"/>
        </p:nvSpPr>
        <p:spPr>
          <a:xfrm>
            <a:off x="227013" y="6624000"/>
            <a:ext cx="1508860" cy="107722"/>
          </a:xfrm>
          <a:prstGeom prst="rect">
            <a:avLst/>
          </a:prstGeom>
          <a:noFill/>
        </p:spPr>
        <p:txBody>
          <a:bodyPr wrap="square" lIns="0" tIns="0" rIns="0" bIns="0" rtlCol="0" anchor="t" anchorCtr="0">
            <a:spAutoFit/>
          </a:bodyPr>
          <a:lstStyle/>
          <a:p>
            <a:pPr>
              <a:defRPr/>
            </a:pPr>
            <a:r>
              <a:rPr lang="en-US" altLang="ja-JP" sz="700" baseline="0" dirty="0">
                <a:latin typeface="+mn-lt"/>
                <a:ea typeface="Yu Gothic" panose="020B0400000000000000" pitchFamily="34" charset="-128"/>
                <a:cs typeface="Arial" panose="020B0604020202020204" pitchFamily="34" charset="0"/>
              </a:rPr>
              <a:t>© FURUKAWA ELECTRIC CO., LTD. </a:t>
            </a:r>
          </a:p>
        </p:txBody>
      </p:sp>
      <p:sp>
        <p:nvSpPr>
          <p:cNvPr id="5" name="テキスト プレースホルダー 7">
            <a:extLst>
              <a:ext uri="{FF2B5EF4-FFF2-40B4-BE49-F238E27FC236}">
                <a16:creationId xmlns:a16="http://schemas.microsoft.com/office/drawing/2014/main" id="{4AB3306C-5FC2-3844-81AE-D5420B360AA2}"/>
              </a:ext>
            </a:extLst>
          </p:cNvPr>
          <p:cNvSpPr>
            <a:spLocks noGrp="1"/>
          </p:cNvSpPr>
          <p:nvPr>
            <p:ph type="body" sz="quarter" idx="16" hasCustomPrompt="1"/>
          </p:nvPr>
        </p:nvSpPr>
        <p:spPr>
          <a:xfrm>
            <a:off x="7179159" y="252000"/>
            <a:ext cx="4800000" cy="342000"/>
          </a:xfrm>
        </p:spPr>
        <p:txBody>
          <a:bodyPr wrap="square">
            <a:noAutofit/>
          </a:bodyPr>
          <a:lstStyle>
            <a:lvl1pPr marL="0" indent="0" algn="r">
              <a:lnSpc>
                <a:spcPct val="100000"/>
              </a:lnSpc>
              <a:spcBef>
                <a:spcPts val="0"/>
              </a:spcBef>
              <a:spcAft>
                <a:spcPts val="300"/>
              </a:spcAft>
              <a:buNone/>
              <a:defRPr sz="1600"/>
            </a:lvl1pPr>
            <a:lvl2pPr marL="0" indent="0" algn="r">
              <a:lnSpc>
                <a:spcPct val="100000"/>
              </a:lnSpc>
              <a:spcBef>
                <a:spcPts val="0"/>
              </a:spcBef>
              <a:spcAft>
                <a:spcPts val="300"/>
              </a:spcAft>
              <a:buNone/>
              <a:defRPr sz="1600">
                <a:solidFill>
                  <a:schemeClr val="tx1"/>
                </a:solidFill>
              </a:defRPr>
            </a:lvl2pPr>
            <a:lvl3pPr marL="1080000" indent="0" algn="r">
              <a:lnSpc>
                <a:spcPct val="100000"/>
              </a:lnSpc>
              <a:spcBef>
                <a:spcPts val="0"/>
              </a:spcBef>
              <a:spcAft>
                <a:spcPts val="300"/>
              </a:spcAft>
              <a:buNone/>
              <a:defRPr sz="1600"/>
            </a:lvl3pPr>
            <a:lvl4pPr marL="0" indent="0" algn="r">
              <a:lnSpc>
                <a:spcPct val="100000"/>
              </a:lnSpc>
              <a:spcBef>
                <a:spcPts val="0"/>
              </a:spcBef>
              <a:spcAft>
                <a:spcPts val="300"/>
              </a:spcAft>
              <a:buNone/>
              <a:defRPr sz="1600">
                <a:solidFill>
                  <a:schemeClr val="tx1"/>
                </a:solidFill>
              </a:defRPr>
            </a:lvl4pPr>
            <a:lvl5pPr marL="1371600" indent="0">
              <a:buNone/>
              <a:defRPr sz="1600">
                <a:solidFill>
                  <a:schemeClr val="tx1"/>
                </a:solidFill>
              </a:defRPr>
            </a:lvl5pPr>
            <a:lvl6pPr marL="1714500" indent="0">
              <a:buNone/>
              <a:defRPr sz="1600">
                <a:solidFill>
                  <a:schemeClr val="tx1"/>
                </a:solidFill>
              </a:defRPr>
            </a:lvl6pPr>
            <a:lvl7pPr marL="2057400" indent="0">
              <a:buNone/>
              <a:defRPr sz="1600">
                <a:solidFill>
                  <a:schemeClr val="tx1"/>
                </a:solidFill>
              </a:defRPr>
            </a:lvl7pPr>
            <a:lvl8pPr marL="2400300" indent="0">
              <a:buNone/>
              <a:defRPr sz="1600">
                <a:solidFill>
                  <a:schemeClr val="tx1"/>
                </a:solidFill>
              </a:defRPr>
            </a:lvl8pPr>
            <a:lvl9pPr marL="2743200" indent="0">
              <a:buNone/>
              <a:defRPr sz="1600">
                <a:solidFill>
                  <a:schemeClr val="tx1"/>
                </a:solidFill>
              </a:defRPr>
            </a:lvl9pPr>
          </a:lstStyle>
          <a:p>
            <a:pPr lvl="0"/>
            <a:r>
              <a:rPr kumimoji="1" lang="en-US" altLang="ja-JP" dirty="0"/>
              <a:t>Document information</a:t>
            </a:r>
          </a:p>
        </p:txBody>
      </p:sp>
      <p:pic>
        <p:nvPicPr>
          <p:cNvPr id="16" name="図 15">
            <a:extLst>
              <a:ext uri="{FF2B5EF4-FFF2-40B4-BE49-F238E27FC236}">
                <a16:creationId xmlns:a16="http://schemas.microsoft.com/office/drawing/2014/main" id="{258EDB8E-5EDA-EF8F-D240-A8DCD93B0E1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456000"/>
            <a:ext cx="12192000" cy="179742"/>
          </a:xfrm>
          <a:prstGeom prst="rect">
            <a:avLst/>
          </a:prstGeom>
        </p:spPr>
      </p:pic>
      <p:pic>
        <p:nvPicPr>
          <p:cNvPr id="6" name="図 5" descr="テキスト">
            <a:extLst>
              <a:ext uri="{FF2B5EF4-FFF2-40B4-BE49-F238E27FC236}">
                <a16:creationId xmlns:a16="http://schemas.microsoft.com/office/drawing/2014/main" id="{D9B2E24E-8348-E85A-B8EC-9C01028B6F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96000" y="288000"/>
            <a:ext cx="2340000" cy="959016"/>
          </a:xfrm>
          <a:prstGeom prst="rect">
            <a:avLst/>
          </a:prstGeom>
        </p:spPr>
      </p:pic>
    </p:spTree>
    <p:extLst>
      <p:ext uri="{BB962C8B-B14F-4D97-AF65-F5344CB8AC3E}">
        <p14:creationId xmlns:p14="http://schemas.microsoft.com/office/powerpoint/2010/main" val="2502588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　目次_Agenda">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A0F74B43-CEC0-C351-E8A5-33FA467C59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865200"/>
          </a:xfrm>
          <a:prstGeom prst="rect">
            <a:avLst/>
          </a:prstGeom>
        </p:spPr>
      </p:pic>
      <p:sp>
        <p:nvSpPr>
          <p:cNvPr id="7" name="テキスト ボックス 6">
            <a:extLst>
              <a:ext uri="{FF2B5EF4-FFF2-40B4-BE49-F238E27FC236}">
                <a16:creationId xmlns:a16="http://schemas.microsoft.com/office/drawing/2014/main" id="{3D6BCFF5-EF8F-6826-7205-E6B11471A4FC}"/>
              </a:ext>
            </a:extLst>
          </p:cNvPr>
          <p:cNvSpPr txBox="1"/>
          <p:nvPr userDrawn="1"/>
        </p:nvSpPr>
        <p:spPr>
          <a:xfrm>
            <a:off x="320629" y="180000"/>
            <a:ext cx="9600000" cy="525600"/>
          </a:xfrm>
          <a:prstGeom prst="rect">
            <a:avLst/>
          </a:prstGeom>
          <a:noFill/>
        </p:spPr>
        <p:txBody>
          <a:bodyPr wrap="square" rtlCol="0">
            <a:spAutoFit/>
          </a:bodyPr>
          <a:lstStyle/>
          <a:p>
            <a:r>
              <a:rPr kumimoji="1" lang="en-US" altLang="ja-JP" sz="2800" b="1" dirty="0">
                <a:solidFill>
                  <a:schemeClr val="bg1"/>
                </a:solidFill>
                <a:latin typeface="+mj-lt"/>
                <a:ea typeface="+mj-ea"/>
              </a:rPr>
              <a:t>Agenda</a:t>
            </a:r>
            <a:endParaRPr kumimoji="1" lang="ja-JP" altLang="en-US" sz="2800" b="1" dirty="0">
              <a:solidFill>
                <a:schemeClr val="bg1"/>
              </a:solidFill>
              <a:latin typeface="+mj-lt"/>
              <a:ea typeface="+mj-ea"/>
            </a:endParaRPr>
          </a:p>
        </p:txBody>
      </p:sp>
      <p:sp>
        <p:nvSpPr>
          <p:cNvPr id="2" name="TextBox 29">
            <a:extLst>
              <a:ext uri="{FF2B5EF4-FFF2-40B4-BE49-F238E27FC236}">
                <a16:creationId xmlns:a16="http://schemas.microsoft.com/office/drawing/2014/main" id="{4A7FAF8B-DBC9-3990-4200-EF61C583BA35}"/>
              </a:ext>
            </a:extLst>
          </p:cNvPr>
          <p:cNvSpPr txBox="1"/>
          <p:nvPr userDrawn="1"/>
        </p:nvSpPr>
        <p:spPr>
          <a:xfrm>
            <a:off x="227013" y="6624000"/>
            <a:ext cx="1508860" cy="107722"/>
          </a:xfrm>
          <a:prstGeom prst="rect">
            <a:avLst/>
          </a:prstGeom>
          <a:noFill/>
        </p:spPr>
        <p:txBody>
          <a:bodyPr wrap="square" lIns="0" tIns="0" rIns="0" bIns="0" rtlCol="0" anchor="t" anchorCtr="0">
            <a:spAutoFit/>
          </a:bodyPr>
          <a:lstStyle/>
          <a:p>
            <a:pPr>
              <a:defRPr/>
            </a:pPr>
            <a:r>
              <a:rPr lang="en-US" altLang="ja-JP" sz="700" baseline="0" dirty="0">
                <a:latin typeface="+mn-lt"/>
                <a:ea typeface="Yu Gothic" panose="020B0400000000000000" pitchFamily="34" charset="-128"/>
                <a:cs typeface="Arial" panose="020B0604020202020204" pitchFamily="34" charset="0"/>
              </a:rPr>
              <a:t>© FURUKAWA ELECTRIC CO., LTD. </a:t>
            </a:r>
          </a:p>
        </p:txBody>
      </p:sp>
      <p:sp>
        <p:nvSpPr>
          <p:cNvPr id="8" name="テキスト プレースホルダー 7">
            <a:extLst>
              <a:ext uri="{FF2B5EF4-FFF2-40B4-BE49-F238E27FC236}">
                <a16:creationId xmlns:a16="http://schemas.microsoft.com/office/drawing/2014/main" id="{5F986E9A-5DA9-F9C4-3688-226BFF7BD5DC}"/>
              </a:ext>
            </a:extLst>
          </p:cNvPr>
          <p:cNvSpPr>
            <a:spLocks noGrp="1"/>
          </p:cNvSpPr>
          <p:nvPr>
            <p:ph type="body" sz="quarter" idx="14" hasCustomPrompt="1"/>
          </p:nvPr>
        </p:nvSpPr>
        <p:spPr>
          <a:xfrm>
            <a:off x="360000" y="1152000"/>
            <a:ext cx="11484000" cy="5400000"/>
          </a:xfrm>
        </p:spPr>
        <p:txBody>
          <a:bodyPr>
            <a:noAutofit/>
          </a:bodyPr>
          <a:lstStyle>
            <a:lvl1pPr marL="144000" indent="-144000">
              <a:lnSpc>
                <a:spcPct val="100000"/>
              </a:lnSpc>
              <a:spcBef>
                <a:spcPts val="0"/>
              </a:spcBef>
              <a:spcAft>
                <a:spcPts val="300"/>
              </a:spcAft>
              <a:defRPr sz="2400" b="1">
                <a:latin typeface="+mj-lt"/>
                <a:ea typeface="+mj-ea"/>
              </a:defRPr>
            </a:lvl1pPr>
            <a:lvl2pPr marL="288000" indent="-144000">
              <a:lnSpc>
                <a:spcPct val="100000"/>
              </a:lnSpc>
              <a:spcBef>
                <a:spcPts val="0"/>
              </a:spcBef>
              <a:spcAft>
                <a:spcPts val="300"/>
              </a:spcAft>
              <a:defRPr sz="2400">
                <a:latin typeface="+mn-lt"/>
              </a:defRPr>
            </a:lvl2pPr>
            <a:lvl3pPr marL="432000" indent="-144000">
              <a:lnSpc>
                <a:spcPct val="100000"/>
              </a:lnSpc>
              <a:spcBef>
                <a:spcPts val="0"/>
              </a:spcBef>
              <a:spcAft>
                <a:spcPts val="300"/>
              </a:spcAft>
              <a:defRPr sz="2400">
                <a:latin typeface="+mn-lt"/>
              </a:defRPr>
            </a:lvl3pPr>
            <a:lvl4pPr marL="576000" indent="-144000">
              <a:lnSpc>
                <a:spcPct val="100000"/>
              </a:lnSpc>
              <a:spcBef>
                <a:spcPts val="0"/>
              </a:spcBef>
              <a:spcAft>
                <a:spcPts val="300"/>
              </a:spcAft>
              <a:defRPr sz="2400">
                <a:latin typeface="+mn-lt"/>
              </a:defRPr>
            </a:lvl4pPr>
            <a:lvl5pPr marL="1371600" indent="0">
              <a:buNone/>
              <a:defRPr/>
            </a:lvl5pPr>
          </a:lstStyle>
          <a:p>
            <a:pPr lvl="0"/>
            <a:r>
              <a:rPr kumimoji="1" lang="ja-JP" altLang="en-US" dirty="0"/>
              <a:t>段落</a:t>
            </a:r>
            <a:r>
              <a:rPr kumimoji="1" lang="en-US" altLang="ja-JP" dirty="0"/>
              <a:t>(L1) - Paragraph Level 1</a:t>
            </a:r>
            <a:endParaRPr kumimoji="1" lang="ja-JP" altLang="en-US" dirty="0"/>
          </a:p>
          <a:p>
            <a:pPr lvl="1"/>
            <a:r>
              <a:rPr kumimoji="1" lang="ja-JP" altLang="en-US" dirty="0"/>
              <a:t>段落</a:t>
            </a:r>
            <a:r>
              <a:rPr kumimoji="1" lang="en-US" altLang="ja-JP" dirty="0"/>
              <a:t>(L2) - Paragraph Level 2</a:t>
            </a:r>
            <a:endParaRPr kumimoji="1" lang="ja-JP" altLang="en-US" dirty="0"/>
          </a:p>
          <a:p>
            <a:pPr lvl="2"/>
            <a:r>
              <a:rPr kumimoji="1" lang="ja-JP" altLang="en-US" dirty="0"/>
              <a:t>段落</a:t>
            </a:r>
            <a:r>
              <a:rPr kumimoji="1" lang="en-US" altLang="ja-JP" dirty="0"/>
              <a:t>(L3) - Paragraph Level 3</a:t>
            </a:r>
            <a:endParaRPr kumimoji="1" lang="ja-JP" altLang="en-US" dirty="0"/>
          </a:p>
          <a:p>
            <a:pPr lvl="3"/>
            <a:r>
              <a:rPr kumimoji="1" lang="ja-JP" altLang="en-US" dirty="0"/>
              <a:t>段落</a:t>
            </a:r>
            <a:r>
              <a:rPr kumimoji="1" lang="en-US" altLang="ja-JP" dirty="0"/>
              <a:t>(L4) - Paragraph Level 4</a:t>
            </a:r>
            <a:endParaRPr kumimoji="1" lang="ja-JP" altLang="en-US" dirty="0"/>
          </a:p>
        </p:txBody>
      </p:sp>
      <p:sp>
        <p:nvSpPr>
          <p:cNvPr id="10" name="スライド番号プレースホルダー 5">
            <a:extLst>
              <a:ext uri="{FF2B5EF4-FFF2-40B4-BE49-F238E27FC236}">
                <a16:creationId xmlns:a16="http://schemas.microsoft.com/office/drawing/2014/main" id="{0AE6591E-B77E-B204-7CF5-D50669210321}"/>
              </a:ext>
            </a:extLst>
          </p:cNvPr>
          <p:cNvSpPr txBox="1">
            <a:spLocks/>
          </p:cNvSpPr>
          <p:nvPr userDrawn="1"/>
        </p:nvSpPr>
        <p:spPr>
          <a:xfrm>
            <a:off x="11484000" y="6559200"/>
            <a:ext cx="478800" cy="183600"/>
          </a:xfrm>
          <a:prstGeom prst="rect">
            <a:avLst/>
          </a:prstGeom>
        </p:spPr>
        <p:txBody>
          <a:bodyPr vert="horz" lIns="0" tIns="0" rIns="0" bIns="0" rtlCol="0" anchor="b" anchorCtr="0"/>
          <a:lstStyle>
            <a:defPPr>
              <a:defRPr lang="ja-JP"/>
            </a:defPPr>
            <a:lvl1pPr marL="0" algn="r"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C9501D51-7DA7-48EE-8162-0BA25BDBE735}" type="slidenum">
              <a:rPr lang="ja-JP" altLang="en-US" smtClean="0"/>
              <a:pPr/>
              <a:t>‹#›</a:t>
            </a:fld>
            <a:endParaRPr lang="ja-JP" altLang="en-US" dirty="0"/>
          </a:p>
        </p:txBody>
      </p:sp>
    </p:spTree>
    <p:extLst>
      <p:ext uri="{BB962C8B-B14F-4D97-AF65-F5344CB8AC3E}">
        <p14:creationId xmlns:p14="http://schemas.microsoft.com/office/powerpoint/2010/main" val="4222422359"/>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　コンテンツ_Contents">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C59022-BBC0-9B06-30D8-D7CF5785259C}"/>
              </a:ext>
            </a:extLst>
          </p:cNvPr>
          <p:cNvSpPr>
            <a:spLocks noGrp="1"/>
          </p:cNvSpPr>
          <p:nvPr>
            <p:ph type="title" hasCustomPrompt="1"/>
          </p:nvPr>
        </p:nvSpPr>
        <p:spPr>
          <a:xfrm>
            <a:off x="360000" y="180000"/>
            <a:ext cx="9900000" cy="525600"/>
          </a:xfrm>
        </p:spPr>
        <p:txBody>
          <a:bodyPr lIns="0" anchor="b">
            <a:noAutofit/>
          </a:bodyPr>
          <a:lstStyle>
            <a:lvl1pPr>
              <a:lnSpc>
                <a:spcPct val="100000"/>
              </a:lnSpc>
              <a:defRPr sz="2800" b="1">
                <a:latin typeface="+mj-lt"/>
                <a:ea typeface="+mj-ea"/>
              </a:defRPr>
            </a:lvl1pPr>
          </a:lstStyle>
          <a:p>
            <a:r>
              <a:rPr kumimoji="1" lang="ja-JP" altLang="en-US" dirty="0"/>
              <a:t>タイトル</a:t>
            </a:r>
            <a:r>
              <a:rPr kumimoji="1" lang="en-US" altLang="ja-JP" dirty="0"/>
              <a:t> - Title</a:t>
            </a:r>
          </a:p>
        </p:txBody>
      </p:sp>
      <p:sp>
        <p:nvSpPr>
          <p:cNvPr id="3" name="テキスト プレースホルダー 2">
            <a:extLst>
              <a:ext uri="{FF2B5EF4-FFF2-40B4-BE49-F238E27FC236}">
                <a16:creationId xmlns:a16="http://schemas.microsoft.com/office/drawing/2014/main" id="{AEE26FB8-E00D-4E4F-68BA-C58DA5892479}"/>
              </a:ext>
            </a:extLst>
          </p:cNvPr>
          <p:cNvSpPr>
            <a:spLocks noGrp="1"/>
          </p:cNvSpPr>
          <p:nvPr>
            <p:ph type="body" idx="1" hasCustomPrompt="1"/>
          </p:nvPr>
        </p:nvSpPr>
        <p:spPr>
          <a:xfrm>
            <a:off x="360000" y="1152000"/>
            <a:ext cx="11484000" cy="342000"/>
          </a:xfrm>
        </p:spPr>
        <p:txBody>
          <a:bodyPr>
            <a:noAutofit/>
          </a:bodyPr>
          <a:lstStyle>
            <a:lvl1pPr marL="0" indent="0">
              <a:lnSpc>
                <a:spcPct val="100000"/>
              </a:lnSpc>
              <a:spcBef>
                <a:spcPts val="0"/>
              </a:spcBef>
              <a:buNone/>
              <a:defRPr sz="1600">
                <a:solidFill>
                  <a:schemeClr val="tx1"/>
                </a:solidFill>
                <a:latin typeface="+mn-lt"/>
                <a:ea typeface="+mn-ea"/>
              </a:defRPr>
            </a:lvl1pPr>
            <a:lvl2pPr marL="144000" indent="-144000">
              <a:lnSpc>
                <a:spcPct val="100000"/>
              </a:lnSpc>
              <a:spcBef>
                <a:spcPts val="0"/>
              </a:spcBef>
              <a:spcAft>
                <a:spcPts val="300"/>
              </a:spcAft>
              <a:buFont typeface="Arial" panose="020B0604020202020204" pitchFamily="34" charset="0"/>
              <a:buChar char="•"/>
              <a:defRPr sz="1600">
                <a:solidFill>
                  <a:schemeClr val="tx1"/>
                </a:solidFill>
              </a:defRPr>
            </a:lvl2pPr>
            <a:lvl3pPr marL="288000" indent="-144000">
              <a:lnSpc>
                <a:spcPct val="100000"/>
              </a:lnSpc>
              <a:spcBef>
                <a:spcPts val="0"/>
              </a:spcBef>
              <a:spcAft>
                <a:spcPts val="300"/>
              </a:spcAft>
              <a:buFont typeface="Arial" panose="020B0604020202020204" pitchFamily="34" charset="0"/>
              <a:buChar char="•"/>
              <a:defRPr sz="1600">
                <a:solidFill>
                  <a:schemeClr val="tx1"/>
                </a:solidFill>
              </a:defRPr>
            </a:lvl3pPr>
            <a:lvl4pPr marL="432000" indent="-144000">
              <a:lnSpc>
                <a:spcPct val="100000"/>
              </a:lnSpc>
              <a:spcBef>
                <a:spcPts val="0"/>
              </a:spcBef>
              <a:spcAft>
                <a:spcPts val="300"/>
              </a:spcAft>
              <a:buFont typeface="Arial" panose="020B0604020202020204" pitchFamily="34" charset="0"/>
              <a:buChar char="•"/>
              <a:defRPr sz="1600">
                <a:solidFill>
                  <a:schemeClr val="tx1"/>
                </a:solidFill>
              </a:defRPr>
            </a:lvl4pPr>
            <a:lvl5pPr marL="1371600" indent="0">
              <a:buNone/>
              <a:defRPr sz="1600">
                <a:solidFill>
                  <a:schemeClr val="tx1"/>
                </a:solidFill>
              </a:defRPr>
            </a:lvl5pPr>
            <a:lvl6pPr marL="1714500" indent="0">
              <a:buNone/>
              <a:defRPr sz="1600">
                <a:solidFill>
                  <a:schemeClr val="tx1"/>
                </a:solidFill>
              </a:defRPr>
            </a:lvl6pPr>
            <a:lvl7pPr marL="2057400" indent="0">
              <a:buNone/>
              <a:defRPr sz="1600">
                <a:solidFill>
                  <a:schemeClr val="tx1"/>
                </a:solidFill>
              </a:defRPr>
            </a:lvl7pPr>
            <a:lvl8pPr marL="2400300" indent="0">
              <a:buNone/>
              <a:defRPr sz="1600">
                <a:solidFill>
                  <a:schemeClr val="tx1"/>
                </a:solidFill>
              </a:defRPr>
            </a:lvl8pPr>
            <a:lvl9pPr marL="2743200" indent="0">
              <a:buNone/>
              <a:defRPr sz="1600">
                <a:solidFill>
                  <a:schemeClr val="tx1"/>
                </a:solidFill>
              </a:defRPr>
            </a:lvl9pPr>
          </a:lstStyle>
          <a:p>
            <a:pPr lvl="0"/>
            <a:r>
              <a:rPr kumimoji="1" lang="ja-JP" altLang="en-US" dirty="0"/>
              <a:t>メッセージ</a:t>
            </a:r>
            <a:r>
              <a:rPr kumimoji="1" lang="en-US" altLang="ja-JP" dirty="0"/>
              <a:t> - Message</a:t>
            </a:r>
          </a:p>
        </p:txBody>
      </p:sp>
      <p:sp>
        <p:nvSpPr>
          <p:cNvPr id="7" name="コンテンツ プレースホルダー 2">
            <a:extLst>
              <a:ext uri="{FF2B5EF4-FFF2-40B4-BE49-F238E27FC236}">
                <a16:creationId xmlns:a16="http://schemas.microsoft.com/office/drawing/2014/main" id="{AA1221E5-B44C-327B-5C5D-3D27979F05DC}"/>
              </a:ext>
            </a:extLst>
          </p:cNvPr>
          <p:cNvSpPr>
            <a:spLocks noGrp="1"/>
          </p:cNvSpPr>
          <p:nvPr>
            <p:ph idx="13" hasCustomPrompt="1"/>
          </p:nvPr>
        </p:nvSpPr>
        <p:spPr>
          <a:xfrm>
            <a:off x="360000" y="1584000"/>
            <a:ext cx="11484000" cy="4986000"/>
          </a:xfrm>
        </p:spPr>
        <p:txBody>
          <a:bodyPr>
            <a:noAutofit/>
          </a:bodyPr>
          <a:lstStyle>
            <a:lvl1pPr marL="0" indent="0">
              <a:lnSpc>
                <a:spcPct val="100000"/>
              </a:lnSpc>
              <a:spcBef>
                <a:spcPts val="0"/>
              </a:spcBef>
              <a:spcAft>
                <a:spcPts val="300"/>
              </a:spcAft>
              <a:buNone/>
              <a:defRPr sz="1600">
                <a:latin typeface="+mn-lt"/>
                <a:ea typeface="+mn-ea"/>
              </a:defRPr>
            </a:lvl1pPr>
            <a:lvl2pPr marL="144000" indent="-144000">
              <a:lnSpc>
                <a:spcPct val="100000"/>
              </a:lnSpc>
              <a:spcBef>
                <a:spcPts val="0"/>
              </a:spcBef>
              <a:spcAft>
                <a:spcPts val="300"/>
              </a:spcAft>
              <a:defRPr sz="1600">
                <a:latin typeface="+mn-lt"/>
                <a:ea typeface="+mn-ea"/>
              </a:defRPr>
            </a:lvl2pPr>
            <a:lvl3pPr marL="288000" indent="-144000">
              <a:lnSpc>
                <a:spcPct val="100000"/>
              </a:lnSpc>
              <a:spcBef>
                <a:spcPts val="0"/>
              </a:spcBef>
              <a:spcAft>
                <a:spcPts val="300"/>
              </a:spcAft>
              <a:defRPr sz="1600">
                <a:latin typeface="+mn-lt"/>
                <a:ea typeface="+mn-ea"/>
              </a:defRPr>
            </a:lvl3pPr>
            <a:lvl4pPr marL="432000" indent="-144000">
              <a:lnSpc>
                <a:spcPct val="100000"/>
              </a:lnSpc>
              <a:spcBef>
                <a:spcPts val="0"/>
              </a:spcBef>
              <a:spcAft>
                <a:spcPts val="300"/>
              </a:spcAft>
              <a:defRPr sz="1600">
                <a:latin typeface="+mn-lt"/>
                <a:ea typeface="+mn-ea"/>
              </a:defRPr>
            </a:lvl4pPr>
            <a:lvl5pPr indent="-144000">
              <a:lnSpc>
                <a:spcPct val="100000"/>
              </a:lnSpc>
              <a:defRPr sz="1600">
                <a:latin typeface="+mn-ea"/>
                <a:ea typeface="+mn-ea"/>
              </a:defRPr>
            </a:lvl5pPr>
          </a:lstStyle>
          <a:p>
            <a:pPr lvl="0"/>
            <a:r>
              <a:rPr kumimoji="1" lang="ja-JP" altLang="en-US" dirty="0"/>
              <a:t>段落</a:t>
            </a:r>
            <a:r>
              <a:rPr kumimoji="1" lang="en-US" altLang="ja-JP" dirty="0"/>
              <a:t>(L1) - Paragraph Level 1</a:t>
            </a:r>
            <a:endParaRPr kumimoji="1" lang="ja-JP" altLang="en-US" dirty="0"/>
          </a:p>
          <a:p>
            <a:pPr lvl="1"/>
            <a:r>
              <a:rPr kumimoji="1" lang="ja-JP" altLang="en-US" dirty="0"/>
              <a:t>段落</a:t>
            </a:r>
            <a:r>
              <a:rPr kumimoji="1" lang="en-US" altLang="ja-JP" dirty="0"/>
              <a:t>(L2) - Paragraph Level 2</a:t>
            </a:r>
            <a:endParaRPr kumimoji="1" lang="ja-JP" altLang="en-US" dirty="0"/>
          </a:p>
          <a:p>
            <a:pPr lvl="2"/>
            <a:r>
              <a:rPr kumimoji="1" lang="ja-JP" altLang="en-US" dirty="0"/>
              <a:t>段落</a:t>
            </a:r>
            <a:r>
              <a:rPr kumimoji="1" lang="en-US" altLang="ja-JP" dirty="0"/>
              <a:t>(L3) - Paragraph Level 3</a:t>
            </a:r>
            <a:endParaRPr kumimoji="1" lang="ja-JP" altLang="en-US" dirty="0"/>
          </a:p>
          <a:p>
            <a:pPr lvl="3"/>
            <a:r>
              <a:rPr kumimoji="1" lang="ja-JP" altLang="en-US" dirty="0"/>
              <a:t>段落</a:t>
            </a:r>
            <a:r>
              <a:rPr kumimoji="1" lang="en-US" altLang="ja-JP" dirty="0"/>
              <a:t>(L4) - Paragraph Level </a:t>
            </a:r>
            <a:r>
              <a:rPr lang="en-US" altLang="ja-JP" dirty="0">
                <a:latin typeface="+mn-lt"/>
                <a:ea typeface="Yu Gothic Medium" panose="020B0400000000000000" pitchFamily="34" charset="-128"/>
              </a:rPr>
              <a:t>4</a:t>
            </a:r>
            <a:endParaRPr kumimoji="1" lang="ja-JP" altLang="en-US" dirty="0"/>
          </a:p>
        </p:txBody>
      </p:sp>
      <p:pic>
        <p:nvPicPr>
          <p:cNvPr id="5" name="図 4" descr="テキスト&#10;&#10;AI によって生成されたコンテンツは間違っている可能性があります。">
            <a:extLst>
              <a:ext uri="{FF2B5EF4-FFF2-40B4-BE49-F238E27FC236}">
                <a16:creationId xmlns:a16="http://schemas.microsoft.com/office/drawing/2014/main" id="{219DA3EA-77E9-AFA4-AB7F-DF27D8A432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56000" y="144000"/>
            <a:ext cx="1296000" cy="531147"/>
          </a:xfrm>
          <a:prstGeom prst="rect">
            <a:avLst/>
          </a:prstGeom>
        </p:spPr>
      </p:pic>
      <p:pic>
        <p:nvPicPr>
          <p:cNvPr id="10" name="図 9">
            <a:extLst>
              <a:ext uri="{FF2B5EF4-FFF2-40B4-BE49-F238E27FC236}">
                <a16:creationId xmlns:a16="http://schemas.microsoft.com/office/drawing/2014/main" id="{2D480A1D-D7A9-04A7-8D07-D25FB343F31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792000"/>
            <a:ext cx="12192000" cy="73115"/>
          </a:xfrm>
          <a:prstGeom prst="rect">
            <a:avLst/>
          </a:prstGeom>
        </p:spPr>
      </p:pic>
      <p:sp>
        <p:nvSpPr>
          <p:cNvPr id="8" name="スライド番号プレースホルダー 5">
            <a:extLst>
              <a:ext uri="{FF2B5EF4-FFF2-40B4-BE49-F238E27FC236}">
                <a16:creationId xmlns:a16="http://schemas.microsoft.com/office/drawing/2014/main" id="{F97E5EF8-2918-1944-6A9C-9A50D14E4BC2}"/>
              </a:ext>
            </a:extLst>
          </p:cNvPr>
          <p:cNvSpPr txBox="1">
            <a:spLocks/>
          </p:cNvSpPr>
          <p:nvPr userDrawn="1"/>
        </p:nvSpPr>
        <p:spPr>
          <a:xfrm>
            <a:off x="11484000" y="6559200"/>
            <a:ext cx="478800" cy="183600"/>
          </a:xfrm>
          <a:prstGeom prst="rect">
            <a:avLst/>
          </a:prstGeom>
        </p:spPr>
        <p:txBody>
          <a:bodyPr vert="horz" lIns="0" tIns="0" rIns="0" bIns="0" rtlCol="0" anchor="b" anchorCtr="0"/>
          <a:lstStyle>
            <a:defPPr>
              <a:defRPr lang="ja-JP"/>
            </a:defPPr>
            <a:lvl1pPr marL="0" algn="r"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C9501D51-7DA7-48EE-8162-0BA25BDBE735}" type="slidenum">
              <a:rPr lang="ja-JP" altLang="en-US" smtClean="0"/>
              <a:pPr/>
              <a:t>‹#›</a:t>
            </a:fld>
            <a:endParaRPr lang="ja-JP" altLang="en-US" dirty="0"/>
          </a:p>
        </p:txBody>
      </p:sp>
    </p:spTree>
    <p:extLst>
      <p:ext uri="{BB962C8B-B14F-4D97-AF65-F5344CB8AC3E}">
        <p14:creationId xmlns:p14="http://schemas.microsoft.com/office/powerpoint/2010/main" val="3174696037"/>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5　中見出し_Crosshea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A352564A-CFA8-AB11-7551-E5ACB313093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25400"/>
            <a:ext cx="12192000" cy="432600"/>
          </a:xfrm>
          <a:prstGeom prst="rect">
            <a:avLst/>
          </a:prstGeom>
        </p:spPr>
      </p:pic>
      <p:sp>
        <p:nvSpPr>
          <p:cNvPr id="3" name="TextBox 29">
            <a:extLst>
              <a:ext uri="{FF2B5EF4-FFF2-40B4-BE49-F238E27FC236}">
                <a16:creationId xmlns:a16="http://schemas.microsoft.com/office/drawing/2014/main" id="{5501CF11-80D5-C256-8310-BC4DBCEA21FA}"/>
              </a:ext>
            </a:extLst>
          </p:cNvPr>
          <p:cNvSpPr txBox="1"/>
          <p:nvPr userDrawn="1"/>
        </p:nvSpPr>
        <p:spPr>
          <a:xfrm>
            <a:off x="227013" y="6624000"/>
            <a:ext cx="1508860" cy="107722"/>
          </a:xfrm>
          <a:prstGeom prst="rect">
            <a:avLst/>
          </a:prstGeom>
          <a:noFill/>
        </p:spPr>
        <p:txBody>
          <a:bodyPr wrap="square" lIns="0" tIns="0" rIns="0" bIns="0" rtlCol="0" anchor="t" anchorCtr="0">
            <a:spAutoFit/>
          </a:bodyPr>
          <a:lstStyle/>
          <a:p>
            <a:pPr>
              <a:defRPr/>
            </a:pPr>
            <a:r>
              <a:rPr lang="en-US" altLang="ja-JP" sz="700" baseline="0" dirty="0">
                <a:solidFill>
                  <a:schemeClr val="bg1"/>
                </a:solidFill>
                <a:latin typeface="+mn-lt"/>
                <a:ea typeface="Yu Gothic" panose="020B0400000000000000" pitchFamily="34" charset="-128"/>
                <a:cs typeface="Arial" panose="020B0604020202020204" pitchFamily="34" charset="0"/>
              </a:rPr>
              <a:t>© FURUKAWA ELECTRIC CO., LTD. </a:t>
            </a:r>
          </a:p>
        </p:txBody>
      </p:sp>
      <p:sp>
        <p:nvSpPr>
          <p:cNvPr id="2" name="タイトル 1">
            <a:extLst>
              <a:ext uri="{FF2B5EF4-FFF2-40B4-BE49-F238E27FC236}">
                <a16:creationId xmlns:a16="http://schemas.microsoft.com/office/drawing/2014/main" id="{F4DF54D2-A9CD-9D66-DEE4-AF6A415A460F}"/>
              </a:ext>
            </a:extLst>
          </p:cNvPr>
          <p:cNvSpPr>
            <a:spLocks noGrp="1"/>
          </p:cNvSpPr>
          <p:nvPr>
            <p:ph type="title" hasCustomPrompt="1"/>
          </p:nvPr>
        </p:nvSpPr>
        <p:spPr>
          <a:xfrm>
            <a:off x="828000" y="2232000"/>
            <a:ext cx="9000000" cy="1119600"/>
          </a:xfrm>
        </p:spPr>
        <p:txBody>
          <a:bodyPr anchor="b" anchorCtr="0">
            <a:noAutofit/>
          </a:bodyPr>
          <a:lstStyle>
            <a:lvl1pPr>
              <a:lnSpc>
                <a:spcPct val="100000"/>
              </a:lnSpc>
              <a:spcAft>
                <a:spcPts val="300"/>
              </a:spcAft>
              <a:defRPr sz="3200" b="1">
                <a:latin typeface="+mj-lt"/>
                <a:ea typeface="+mj-ea"/>
              </a:defRPr>
            </a:lvl1pPr>
          </a:lstStyle>
          <a:p>
            <a:r>
              <a:rPr kumimoji="1" lang="ja-JP" altLang="en-US" dirty="0"/>
              <a:t>中見出し</a:t>
            </a:r>
            <a:r>
              <a:rPr kumimoji="1" lang="en-US" altLang="ja-JP" dirty="0"/>
              <a:t> - crosshead</a:t>
            </a:r>
          </a:p>
        </p:txBody>
      </p:sp>
      <p:sp>
        <p:nvSpPr>
          <p:cNvPr id="7" name="スライド番号プレースホルダー 5">
            <a:extLst>
              <a:ext uri="{FF2B5EF4-FFF2-40B4-BE49-F238E27FC236}">
                <a16:creationId xmlns:a16="http://schemas.microsoft.com/office/drawing/2014/main" id="{A38612BC-82B3-7919-FD1B-49998FC12D43}"/>
              </a:ext>
            </a:extLst>
          </p:cNvPr>
          <p:cNvSpPr txBox="1">
            <a:spLocks/>
          </p:cNvSpPr>
          <p:nvPr userDrawn="1"/>
        </p:nvSpPr>
        <p:spPr>
          <a:xfrm>
            <a:off x="11484000" y="6559200"/>
            <a:ext cx="478800" cy="183600"/>
          </a:xfrm>
          <a:prstGeom prst="rect">
            <a:avLst/>
          </a:prstGeom>
        </p:spPr>
        <p:txBody>
          <a:bodyPr vert="horz" lIns="0" tIns="0" rIns="0" bIns="0" rtlCol="0" anchor="b" anchorCtr="0"/>
          <a:lstStyle>
            <a:defPPr>
              <a:defRPr lang="ja-JP"/>
            </a:defPPr>
            <a:lvl1pPr marL="0" algn="r"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C9501D51-7DA7-48EE-8162-0BA25BDBE735}" type="slidenum">
              <a:rPr lang="ja-JP" altLang="en-US" smtClean="0"/>
              <a:pPr/>
              <a:t>‹#›</a:t>
            </a:fld>
            <a:endParaRPr lang="ja-JP" altLang="en-US" dirty="0"/>
          </a:p>
        </p:txBody>
      </p:sp>
      <p:pic>
        <p:nvPicPr>
          <p:cNvPr id="4" name="図 3" descr="テキスト">
            <a:extLst>
              <a:ext uri="{FF2B5EF4-FFF2-40B4-BE49-F238E27FC236}">
                <a16:creationId xmlns:a16="http://schemas.microsoft.com/office/drawing/2014/main" id="{D4D8D154-DD15-5F67-0057-7DC3B4CB33C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96000" y="288000"/>
            <a:ext cx="2340000" cy="959016"/>
          </a:xfrm>
          <a:prstGeom prst="rect">
            <a:avLst/>
          </a:prstGeom>
        </p:spPr>
      </p:pic>
    </p:spTree>
    <p:extLst>
      <p:ext uri="{BB962C8B-B14F-4D97-AF65-F5344CB8AC3E}">
        <p14:creationId xmlns:p14="http://schemas.microsoft.com/office/powerpoint/2010/main" val="229378608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　チャート標準_Standard Chart">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E45F7F5F-FD09-FFE5-E3A3-FDD8A02D542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92000"/>
            <a:ext cx="12192000" cy="73115"/>
          </a:xfrm>
          <a:prstGeom prst="rect">
            <a:avLst/>
          </a:prstGeom>
        </p:spPr>
      </p:pic>
      <p:pic>
        <p:nvPicPr>
          <p:cNvPr id="7" name="図 6" descr="テキスト&#10;&#10;AI によって生成されたコンテンツは間違っている可能性があります。">
            <a:extLst>
              <a:ext uri="{FF2B5EF4-FFF2-40B4-BE49-F238E27FC236}">
                <a16:creationId xmlns:a16="http://schemas.microsoft.com/office/drawing/2014/main" id="{F9D0266C-8DFA-D204-2C44-2284C9D46E8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56000" y="144000"/>
            <a:ext cx="1296000" cy="531147"/>
          </a:xfrm>
          <a:prstGeom prst="rect">
            <a:avLst/>
          </a:prstGeom>
        </p:spPr>
      </p:pic>
      <p:sp>
        <p:nvSpPr>
          <p:cNvPr id="8" name="正方形/長方形 7">
            <a:extLst>
              <a:ext uri="{FF2B5EF4-FFF2-40B4-BE49-F238E27FC236}">
                <a16:creationId xmlns:a16="http://schemas.microsoft.com/office/drawing/2014/main" id="{5CC3F8D9-65D2-610F-FD97-A7841E218534}"/>
              </a:ext>
            </a:extLst>
          </p:cNvPr>
          <p:cNvSpPr/>
          <p:nvPr userDrawn="1"/>
        </p:nvSpPr>
        <p:spPr>
          <a:xfrm>
            <a:off x="8591586" y="1152000"/>
            <a:ext cx="3240000" cy="5400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800">
              <a:solidFill>
                <a:schemeClr val="bg1">
                  <a:lumMod val="95000"/>
                </a:schemeClr>
              </a:solidFill>
            </a:endParaRPr>
          </a:p>
        </p:txBody>
      </p:sp>
      <p:sp>
        <p:nvSpPr>
          <p:cNvPr id="2" name="タイトル 1">
            <a:extLst>
              <a:ext uri="{FF2B5EF4-FFF2-40B4-BE49-F238E27FC236}">
                <a16:creationId xmlns:a16="http://schemas.microsoft.com/office/drawing/2014/main" id="{664C8FA2-9B8A-EE75-6E8A-4164F17BBC91}"/>
              </a:ext>
            </a:extLst>
          </p:cNvPr>
          <p:cNvSpPr>
            <a:spLocks noGrp="1"/>
          </p:cNvSpPr>
          <p:nvPr>
            <p:ph type="title" hasCustomPrompt="1"/>
          </p:nvPr>
        </p:nvSpPr>
        <p:spPr>
          <a:xfrm>
            <a:off x="360000" y="180000"/>
            <a:ext cx="9900000" cy="525600"/>
          </a:xfrm>
        </p:spPr>
        <p:txBody>
          <a:bodyPr lIns="0" anchor="b" anchorCtr="0">
            <a:noAutofit/>
          </a:bodyPr>
          <a:lstStyle>
            <a:lvl1pPr>
              <a:lnSpc>
                <a:spcPct val="100000"/>
              </a:lnSpc>
              <a:defRPr sz="2800" b="1">
                <a:latin typeface="+mj-lt"/>
                <a:ea typeface="+mj-ea"/>
              </a:defRPr>
            </a:lvl1pPr>
          </a:lstStyle>
          <a:p>
            <a:r>
              <a:rPr kumimoji="1" lang="ja-JP" altLang="en-US" dirty="0"/>
              <a:t>チャート標準</a:t>
            </a:r>
            <a:r>
              <a:rPr kumimoji="1" lang="en-US" altLang="ja-JP" dirty="0"/>
              <a:t>01 - Standard chart 1</a:t>
            </a:r>
          </a:p>
        </p:txBody>
      </p:sp>
      <p:sp>
        <p:nvSpPr>
          <p:cNvPr id="3" name="コンテンツ プレースホルダー 2">
            <a:extLst>
              <a:ext uri="{FF2B5EF4-FFF2-40B4-BE49-F238E27FC236}">
                <a16:creationId xmlns:a16="http://schemas.microsoft.com/office/drawing/2014/main" id="{3EFD8654-CB9A-08E5-02B9-F57FDEF33D20}"/>
              </a:ext>
            </a:extLst>
          </p:cNvPr>
          <p:cNvSpPr>
            <a:spLocks noGrp="1"/>
          </p:cNvSpPr>
          <p:nvPr>
            <p:ph idx="1" hasCustomPrompt="1"/>
          </p:nvPr>
        </p:nvSpPr>
        <p:spPr>
          <a:xfrm>
            <a:off x="360000" y="1152000"/>
            <a:ext cx="8100000" cy="5400000"/>
          </a:xfrm>
        </p:spPr>
        <p:txBody>
          <a:bodyPr>
            <a:noAutofit/>
          </a:bodyPr>
          <a:lstStyle>
            <a:lvl1pPr marL="0" indent="0">
              <a:lnSpc>
                <a:spcPct val="100000"/>
              </a:lnSpc>
              <a:spcBef>
                <a:spcPts val="0"/>
              </a:spcBef>
              <a:spcAft>
                <a:spcPts val="300"/>
              </a:spcAft>
              <a:buNone/>
              <a:defRPr sz="1600">
                <a:latin typeface="+mn-lt"/>
                <a:ea typeface="+mn-ea"/>
              </a:defRPr>
            </a:lvl1pPr>
            <a:lvl2pPr marL="144000" indent="-144000">
              <a:lnSpc>
                <a:spcPct val="100000"/>
              </a:lnSpc>
              <a:spcBef>
                <a:spcPts val="0"/>
              </a:spcBef>
              <a:spcAft>
                <a:spcPts val="300"/>
              </a:spcAft>
              <a:defRPr sz="1600">
                <a:latin typeface="+mn-lt"/>
                <a:ea typeface="+mn-ea"/>
              </a:defRPr>
            </a:lvl2pPr>
            <a:lvl3pPr marL="288000" indent="-144000">
              <a:lnSpc>
                <a:spcPct val="100000"/>
              </a:lnSpc>
              <a:spcBef>
                <a:spcPts val="0"/>
              </a:spcBef>
              <a:spcAft>
                <a:spcPts val="300"/>
              </a:spcAft>
              <a:defRPr sz="1600">
                <a:latin typeface="+mn-lt"/>
                <a:ea typeface="+mn-ea"/>
              </a:defRPr>
            </a:lvl3pPr>
            <a:lvl4pPr marL="432000" indent="-144000">
              <a:lnSpc>
                <a:spcPct val="100000"/>
              </a:lnSpc>
              <a:spcBef>
                <a:spcPts val="0"/>
              </a:spcBef>
              <a:spcAft>
                <a:spcPts val="300"/>
              </a:spcAft>
              <a:defRPr sz="1600">
                <a:latin typeface="+mn-lt"/>
                <a:ea typeface="+mn-ea"/>
              </a:defRPr>
            </a:lvl4pPr>
            <a:lvl5pPr indent="-144000">
              <a:lnSpc>
                <a:spcPct val="100000"/>
              </a:lnSpc>
              <a:defRPr sz="1600">
                <a:latin typeface="+mn-ea"/>
                <a:ea typeface="+mn-ea"/>
              </a:defRPr>
            </a:lvl5pPr>
          </a:lstStyle>
          <a:p>
            <a:pPr lvl="0"/>
            <a:r>
              <a:rPr kumimoji="1" lang="ja-JP" altLang="en-US" dirty="0"/>
              <a:t>段落</a:t>
            </a:r>
            <a:r>
              <a:rPr kumimoji="1" lang="en-US" altLang="ja-JP" dirty="0"/>
              <a:t>(L1) - Paragraph Level 1</a:t>
            </a:r>
            <a:endParaRPr kumimoji="1" lang="ja-JP" altLang="en-US" dirty="0"/>
          </a:p>
          <a:p>
            <a:pPr lvl="1"/>
            <a:r>
              <a:rPr kumimoji="1" lang="ja-JP" altLang="en-US" dirty="0"/>
              <a:t>段落</a:t>
            </a:r>
            <a:r>
              <a:rPr kumimoji="1" lang="en-US" altLang="ja-JP" dirty="0"/>
              <a:t>(L2) - Paragraph Level 2</a:t>
            </a:r>
            <a:endParaRPr kumimoji="1" lang="ja-JP" altLang="en-US" dirty="0"/>
          </a:p>
          <a:p>
            <a:pPr lvl="2"/>
            <a:r>
              <a:rPr kumimoji="1" lang="ja-JP" altLang="en-US" dirty="0"/>
              <a:t>段落</a:t>
            </a:r>
            <a:r>
              <a:rPr kumimoji="1" lang="en-US" altLang="ja-JP" dirty="0"/>
              <a:t>(L3) - Paragraph Level 3</a:t>
            </a:r>
            <a:endParaRPr kumimoji="1" lang="ja-JP" altLang="en-US" dirty="0"/>
          </a:p>
          <a:p>
            <a:pPr lvl="3"/>
            <a:r>
              <a:rPr kumimoji="1" lang="ja-JP" altLang="en-US" dirty="0"/>
              <a:t>段落</a:t>
            </a:r>
            <a:r>
              <a:rPr kumimoji="1" lang="en-US" altLang="ja-JP" dirty="0"/>
              <a:t>(L4) - Paragraph Level 4</a:t>
            </a:r>
            <a:endParaRPr kumimoji="1" lang="ja-JP" altLang="en-US" dirty="0"/>
          </a:p>
        </p:txBody>
      </p:sp>
      <p:sp>
        <p:nvSpPr>
          <p:cNvPr id="4" name="テキスト プレースホルダー 8">
            <a:extLst>
              <a:ext uri="{FF2B5EF4-FFF2-40B4-BE49-F238E27FC236}">
                <a16:creationId xmlns:a16="http://schemas.microsoft.com/office/drawing/2014/main" id="{EF58BD80-695A-1148-2896-E04BCE48EE50}"/>
              </a:ext>
            </a:extLst>
          </p:cNvPr>
          <p:cNvSpPr>
            <a:spLocks noGrp="1"/>
          </p:cNvSpPr>
          <p:nvPr>
            <p:ph type="body" sz="quarter" idx="14" hasCustomPrompt="1"/>
          </p:nvPr>
        </p:nvSpPr>
        <p:spPr>
          <a:xfrm>
            <a:off x="8771586" y="1332000"/>
            <a:ext cx="2880000" cy="5040000"/>
          </a:xfrm>
        </p:spPr>
        <p:txBody>
          <a:bodyPr anchor="ctr">
            <a:noAutofit/>
          </a:bodyPr>
          <a:lstStyle>
            <a:lvl1pPr marL="0" indent="0">
              <a:lnSpc>
                <a:spcPct val="100000"/>
              </a:lnSpc>
              <a:spcBef>
                <a:spcPts val="0"/>
              </a:spcBef>
              <a:spcAft>
                <a:spcPts val="300"/>
              </a:spcAft>
              <a:buNone/>
              <a:defRPr sz="1800" b="0">
                <a:latin typeface="+mn-lt"/>
                <a:ea typeface="+mn-ea"/>
              </a:defRPr>
            </a:lvl1pPr>
            <a:lvl2pPr marL="144000" indent="-144000">
              <a:lnSpc>
                <a:spcPct val="100000"/>
              </a:lnSpc>
              <a:spcBef>
                <a:spcPts val="0"/>
              </a:spcBef>
              <a:spcAft>
                <a:spcPts val="300"/>
              </a:spcAft>
              <a:defRPr sz="1800">
                <a:solidFill>
                  <a:schemeClr val="tx1"/>
                </a:solidFill>
                <a:latin typeface="+mn-ea"/>
                <a:ea typeface="+mn-ea"/>
              </a:defRPr>
            </a:lvl2pPr>
            <a:lvl3pPr marL="288000" indent="-144000">
              <a:lnSpc>
                <a:spcPct val="100000"/>
              </a:lnSpc>
              <a:spcBef>
                <a:spcPts val="0"/>
              </a:spcBef>
              <a:spcAft>
                <a:spcPts val="300"/>
              </a:spcAft>
              <a:defRPr sz="1800">
                <a:solidFill>
                  <a:schemeClr val="tx1"/>
                </a:solidFill>
                <a:latin typeface="+mn-ea"/>
                <a:ea typeface="+mn-ea"/>
              </a:defRPr>
            </a:lvl3pPr>
            <a:lvl4pPr marL="432000" indent="-144000">
              <a:lnSpc>
                <a:spcPct val="100000"/>
              </a:lnSpc>
              <a:spcBef>
                <a:spcPts val="0"/>
              </a:spcBef>
              <a:spcAft>
                <a:spcPts val="300"/>
              </a:spcAft>
              <a:defRPr sz="1800">
                <a:latin typeface="+mn-ea"/>
                <a:ea typeface="+mn-ea"/>
              </a:defRPr>
            </a:lvl4pPr>
            <a:lvl5pPr marL="1371600" indent="0">
              <a:lnSpc>
                <a:spcPct val="100000"/>
              </a:lnSpc>
              <a:spcAft>
                <a:spcPts val="300"/>
              </a:spcAft>
              <a:buNone/>
              <a:defRPr sz="1800">
                <a:latin typeface="+mn-ea"/>
                <a:ea typeface="+mn-ea"/>
              </a:defRPr>
            </a:lvl5pPr>
            <a:lvl6pPr marL="1714500" indent="0">
              <a:buNone/>
              <a:defRPr sz="1800"/>
            </a:lvl6pPr>
            <a:lvl7pPr marL="2057400" indent="0">
              <a:buNone/>
              <a:defRPr sz="1800"/>
            </a:lvl7pPr>
            <a:lvl8pPr marL="2400300" indent="0">
              <a:buNone/>
              <a:defRPr sz="1800"/>
            </a:lvl8pPr>
            <a:lvl9pPr marL="2743200" indent="0">
              <a:buNone/>
              <a:defRPr sz="1800"/>
            </a:lvl9pPr>
          </a:lstStyle>
          <a:p>
            <a:pPr lvl="0"/>
            <a:r>
              <a:rPr kumimoji="1" lang="ja-JP" altLang="en-US" dirty="0"/>
              <a:t>メッセージ</a:t>
            </a:r>
            <a:r>
              <a:rPr kumimoji="1" lang="en-US" altLang="ja-JP" dirty="0"/>
              <a:t> - message</a:t>
            </a:r>
          </a:p>
        </p:txBody>
      </p:sp>
      <p:sp>
        <p:nvSpPr>
          <p:cNvPr id="9" name="スライド番号プレースホルダー 5">
            <a:extLst>
              <a:ext uri="{FF2B5EF4-FFF2-40B4-BE49-F238E27FC236}">
                <a16:creationId xmlns:a16="http://schemas.microsoft.com/office/drawing/2014/main" id="{86A377CE-809E-F963-EA28-9EC12E786ECB}"/>
              </a:ext>
            </a:extLst>
          </p:cNvPr>
          <p:cNvSpPr txBox="1">
            <a:spLocks/>
          </p:cNvSpPr>
          <p:nvPr userDrawn="1"/>
        </p:nvSpPr>
        <p:spPr>
          <a:xfrm>
            <a:off x="11484000" y="6559200"/>
            <a:ext cx="478800" cy="183600"/>
          </a:xfrm>
          <a:prstGeom prst="rect">
            <a:avLst/>
          </a:prstGeom>
        </p:spPr>
        <p:txBody>
          <a:bodyPr vert="horz" lIns="0" tIns="0" rIns="0" bIns="0" rtlCol="0" anchor="b" anchorCtr="0"/>
          <a:lstStyle>
            <a:defPPr>
              <a:defRPr lang="ja-JP"/>
            </a:defPPr>
            <a:lvl1pPr marL="0" algn="r"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C9501D51-7DA7-48EE-8162-0BA25BDBE735}" type="slidenum">
              <a:rPr lang="ja-JP" altLang="en-US" smtClean="0"/>
              <a:pPr/>
              <a:t>‹#›</a:t>
            </a:fld>
            <a:endParaRPr lang="ja-JP" altLang="en-US" dirty="0"/>
          </a:p>
        </p:txBody>
      </p:sp>
    </p:spTree>
    <p:extLst>
      <p:ext uri="{BB962C8B-B14F-4D97-AF65-F5344CB8AC3E}">
        <p14:creationId xmlns:p14="http://schemas.microsoft.com/office/powerpoint/2010/main" val="392492130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　付議事項_Discussion Topics">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46DA151C-058D-CDB1-93B3-7C63FD4B2CED}"/>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1332000"/>
            <a:ext cx="12192000" cy="73115"/>
          </a:xfrm>
          <a:prstGeom prst="rect">
            <a:avLst/>
          </a:prstGeom>
        </p:spPr>
      </p:pic>
      <p:pic>
        <p:nvPicPr>
          <p:cNvPr id="23" name="図 22" descr="テキスト&#10;&#10;AI によって生成されたコンテンツは間違っている可能性があります。">
            <a:extLst>
              <a:ext uri="{FF2B5EF4-FFF2-40B4-BE49-F238E27FC236}">
                <a16:creationId xmlns:a16="http://schemas.microsoft.com/office/drawing/2014/main" id="{8EF2DE96-0FB8-6EAE-3933-0667E355F04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656000" y="144000"/>
            <a:ext cx="1296000" cy="531147"/>
          </a:xfrm>
          <a:prstGeom prst="rect">
            <a:avLst/>
          </a:prstGeom>
        </p:spPr>
      </p:pic>
      <p:sp>
        <p:nvSpPr>
          <p:cNvPr id="2" name="タイトル 1">
            <a:extLst>
              <a:ext uri="{FF2B5EF4-FFF2-40B4-BE49-F238E27FC236}">
                <a16:creationId xmlns:a16="http://schemas.microsoft.com/office/drawing/2014/main" id="{10C59022-BBC0-9B06-30D8-D7CF5785259C}"/>
              </a:ext>
            </a:extLst>
          </p:cNvPr>
          <p:cNvSpPr>
            <a:spLocks noGrp="1"/>
          </p:cNvSpPr>
          <p:nvPr>
            <p:ph type="title" hasCustomPrompt="1"/>
          </p:nvPr>
        </p:nvSpPr>
        <p:spPr>
          <a:xfrm>
            <a:off x="360000" y="144000"/>
            <a:ext cx="9900000" cy="831600"/>
          </a:xfrm>
        </p:spPr>
        <p:txBody>
          <a:bodyPr lIns="0" anchor="ctr" anchorCtr="0">
            <a:noAutofit/>
          </a:bodyPr>
          <a:lstStyle>
            <a:lvl1pPr>
              <a:lnSpc>
                <a:spcPct val="100000"/>
              </a:lnSpc>
              <a:defRPr sz="2400" b="1">
                <a:latin typeface="+mj-lt"/>
                <a:ea typeface="+mj-ea"/>
              </a:defRPr>
            </a:lvl1pPr>
          </a:lstStyle>
          <a:p>
            <a:r>
              <a:rPr kumimoji="1" lang="ja-JP" altLang="en-US" dirty="0"/>
              <a:t>本日の協議事項</a:t>
            </a:r>
            <a:r>
              <a:rPr kumimoji="1" lang="en-US" altLang="ja-JP" dirty="0"/>
              <a:t>: XXXXXXXXXX</a:t>
            </a:r>
            <a:r>
              <a:rPr kumimoji="1" lang="ja-JP" altLang="en-US" dirty="0"/>
              <a:t>について</a:t>
            </a:r>
            <a:r>
              <a:rPr kumimoji="1" lang="en-US" altLang="ja-JP" dirty="0"/>
              <a:t>XXXXXXXXXXXXX</a:t>
            </a:r>
            <a:r>
              <a:rPr kumimoji="1" lang="ja-JP" altLang="en-US" dirty="0"/>
              <a:t>を</a:t>
            </a:r>
            <a:br>
              <a:rPr kumimoji="1" lang="ja-JP" altLang="en-US" dirty="0"/>
            </a:br>
            <a:r>
              <a:rPr kumimoji="1" lang="ja-JP" altLang="en-US" dirty="0"/>
              <a:t>計画（実行）する件の承認（討議、決議）のお願い</a:t>
            </a:r>
          </a:p>
        </p:txBody>
      </p:sp>
      <p:sp>
        <p:nvSpPr>
          <p:cNvPr id="3" name="テキスト プレースホルダー 2">
            <a:extLst>
              <a:ext uri="{FF2B5EF4-FFF2-40B4-BE49-F238E27FC236}">
                <a16:creationId xmlns:a16="http://schemas.microsoft.com/office/drawing/2014/main" id="{AEE26FB8-E00D-4E4F-68BA-C58DA5892479}"/>
              </a:ext>
            </a:extLst>
          </p:cNvPr>
          <p:cNvSpPr>
            <a:spLocks noGrp="1"/>
          </p:cNvSpPr>
          <p:nvPr>
            <p:ph type="body" idx="1" hasCustomPrompt="1"/>
          </p:nvPr>
        </p:nvSpPr>
        <p:spPr>
          <a:xfrm>
            <a:off x="360000" y="990000"/>
            <a:ext cx="9900000" cy="316800"/>
          </a:xfrm>
        </p:spPr>
        <p:txBody>
          <a:bodyPr lIns="0" anchor="ctr" anchorCtr="0">
            <a:noAutofit/>
          </a:bodyPr>
          <a:lstStyle>
            <a:lvl1pPr marL="0" indent="0">
              <a:lnSpc>
                <a:spcPct val="100000"/>
              </a:lnSpc>
              <a:spcBef>
                <a:spcPts val="0"/>
              </a:spcBef>
              <a:buNone/>
              <a:defRPr sz="1600" b="1">
                <a:solidFill>
                  <a:schemeClr val="tx1"/>
                </a:solidFill>
                <a:latin typeface="+mj-lt"/>
                <a:ea typeface="+mj-ea"/>
              </a:defRPr>
            </a:lvl1pPr>
            <a:lvl2pPr marL="0" indent="0">
              <a:lnSpc>
                <a:spcPct val="100000"/>
              </a:lnSpc>
              <a:spcBef>
                <a:spcPts val="0"/>
              </a:spcBef>
              <a:buNone/>
              <a:defRPr sz="1600" b="1">
                <a:solidFill>
                  <a:schemeClr val="tx1"/>
                </a:solidFill>
                <a:latin typeface="+mj-lt"/>
                <a:ea typeface="+mj-ea"/>
              </a:defRPr>
            </a:lvl2pPr>
            <a:lvl3pPr marL="0" indent="0">
              <a:lnSpc>
                <a:spcPct val="100000"/>
              </a:lnSpc>
              <a:spcBef>
                <a:spcPts val="0"/>
              </a:spcBef>
              <a:buNone/>
              <a:defRPr sz="1600" b="1">
                <a:solidFill>
                  <a:schemeClr val="tx1"/>
                </a:solidFill>
                <a:latin typeface="+mj-lt"/>
                <a:ea typeface="+mj-ea"/>
              </a:defRPr>
            </a:lvl3pPr>
            <a:lvl4pPr marL="0" indent="0">
              <a:lnSpc>
                <a:spcPct val="100000"/>
              </a:lnSpc>
              <a:spcBef>
                <a:spcPts val="0"/>
              </a:spcBef>
              <a:buNone/>
              <a:defRPr sz="1600" b="1">
                <a:solidFill>
                  <a:schemeClr val="tx1"/>
                </a:solidFill>
                <a:latin typeface="+mj-lt"/>
                <a:ea typeface="+mj-ea"/>
              </a:defRPr>
            </a:lvl4pPr>
            <a:lvl5pPr marL="360000" indent="0">
              <a:lnSpc>
                <a:spcPct val="100000"/>
              </a:lnSpc>
              <a:spcBef>
                <a:spcPts val="0"/>
              </a:spcBef>
              <a:buNone/>
              <a:defRPr sz="1600" b="0">
                <a:solidFill>
                  <a:schemeClr val="tx1"/>
                </a:solidFill>
                <a:latin typeface="+mj-lt"/>
                <a:ea typeface="+mj-ea"/>
              </a:defRPr>
            </a:lvl5pPr>
            <a:lvl6pPr marL="1714500" indent="0">
              <a:buNone/>
              <a:defRPr sz="1600" b="0" i="0">
                <a:solidFill>
                  <a:schemeClr val="tx1"/>
                </a:solidFill>
              </a:defRPr>
            </a:lvl6pPr>
            <a:lvl7pPr marL="2057400" indent="0">
              <a:buNone/>
              <a:defRPr sz="1600">
                <a:solidFill>
                  <a:schemeClr val="tx1"/>
                </a:solidFill>
              </a:defRPr>
            </a:lvl7pPr>
            <a:lvl8pPr marL="2400300" indent="0">
              <a:buNone/>
              <a:defRPr sz="1600">
                <a:solidFill>
                  <a:schemeClr val="tx1"/>
                </a:solidFill>
              </a:defRPr>
            </a:lvl8pPr>
            <a:lvl9pPr marL="2743200" indent="0">
              <a:buNone/>
              <a:defRPr sz="1600">
                <a:solidFill>
                  <a:schemeClr val="tx1"/>
                </a:solidFill>
              </a:defRPr>
            </a:lvl9pPr>
          </a:lstStyle>
          <a:p>
            <a:pPr lvl="0"/>
            <a:r>
              <a:rPr kumimoji="1" lang="ja-JP" altLang="en-US" dirty="0"/>
              <a:t>（ネクストステップ）</a:t>
            </a:r>
            <a:r>
              <a:rPr kumimoji="1" lang="en-US" altLang="ja-JP" dirty="0"/>
              <a:t>XXXXXXXXX</a:t>
            </a:r>
            <a:r>
              <a:rPr kumimoji="1" lang="ja-JP" altLang="en-US" dirty="0"/>
              <a:t>において</a:t>
            </a:r>
            <a:r>
              <a:rPr kumimoji="1" lang="en-US" altLang="ja-JP" dirty="0"/>
              <a:t>XXXXXXXXXX</a:t>
            </a:r>
            <a:r>
              <a:rPr kumimoji="1" lang="ja-JP" altLang="en-US" dirty="0"/>
              <a:t>するものとする</a:t>
            </a:r>
          </a:p>
        </p:txBody>
      </p:sp>
      <p:sp>
        <p:nvSpPr>
          <p:cNvPr id="5" name="テキスト プレースホルダー 4">
            <a:extLst>
              <a:ext uri="{FF2B5EF4-FFF2-40B4-BE49-F238E27FC236}">
                <a16:creationId xmlns:a16="http://schemas.microsoft.com/office/drawing/2014/main" id="{0E78CDBA-EDE8-85D4-0636-CC77A1345C9A}"/>
              </a:ext>
            </a:extLst>
          </p:cNvPr>
          <p:cNvSpPr>
            <a:spLocks noGrp="1"/>
          </p:cNvSpPr>
          <p:nvPr>
            <p:ph type="body" sz="quarter" idx="13" hasCustomPrompt="1"/>
          </p:nvPr>
        </p:nvSpPr>
        <p:spPr>
          <a:xfrm>
            <a:off x="360000" y="2088000"/>
            <a:ext cx="2412000" cy="342000"/>
          </a:xfrm>
        </p:spPr>
        <p:txBody>
          <a:bodyPr>
            <a:noAutofit/>
          </a:bodyPr>
          <a:lstStyle>
            <a:lvl1pPr marL="0" indent="0">
              <a:lnSpc>
                <a:spcPct val="100000"/>
              </a:lnSpc>
              <a:spcBef>
                <a:spcPts val="1000"/>
              </a:spcBef>
              <a:buNone/>
              <a:defRPr sz="1600" b="1">
                <a:latin typeface="+mj-lt"/>
                <a:ea typeface="+mj-ea"/>
              </a:defRPr>
            </a:lvl1pPr>
            <a:lvl2pPr marL="0" indent="0">
              <a:lnSpc>
                <a:spcPct val="100000"/>
              </a:lnSpc>
              <a:spcBef>
                <a:spcPts val="1000"/>
              </a:spcBef>
              <a:buNone/>
              <a:defRPr sz="1600" b="1">
                <a:solidFill>
                  <a:schemeClr val="tx1"/>
                </a:solidFill>
                <a:latin typeface="+mj-lt"/>
                <a:ea typeface="+mj-ea"/>
              </a:defRPr>
            </a:lvl2pPr>
            <a:lvl3pPr marL="0" indent="0">
              <a:lnSpc>
                <a:spcPct val="100000"/>
              </a:lnSpc>
              <a:spcBef>
                <a:spcPts val="1000"/>
              </a:spcBef>
              <a:buNone/>
              <a:defRPr sz="1600" b="1">
                <a:solidFill>
                  <a:schemeClr val="tx1"/>
                </a:solidFill>
                <a:latin typeface="+mn-lt"/>
                <a:ea typeface="+mj-ea"/>
              </a:defRPr>
            </a:lvl3pPr>
            <a:lvl4pPr marL="0" indent="0">
              <a:lnSpc>
                <a:spcPct val="100000"/>
              </a:lnSpc>
              <a:spcBef>
                <a:spcPts val="1000"/>
              </a:spcBef>
              <a:buNone/>
              <a:defRPr sz="1600" b="1">
                <a:latin typeface="+mj-lt"/>
                <a:ea typeface="+mj-ea"/>
              </a:defRPr>
            </a:lvl4pPr>
            <a:lvl5pPr marL="1371600" indent="0">
              <a:buNone/>
              <a:defRPr sz="1600" b="0">
                <a:latin typeface="+mj-ea"/>
                <a:ea typeface="+mj-ea"/>
              </a:defRPr>
            </a:lvl5pPr>
            <a:lvl6pPr marL="1714500" indent="0">
              <a:buNone/>
              <a:defRPr sz="1600">
                <a:latin typeface="+mj-ea"/>
                <a:ea typeface="+mj-ea"/>
              </a:defRPr>
            </a:lvl6pPr>
            <a:lvl7pPr marL="2057400" indent="0">
              <a:buNone/>
              <a:defRPr sz="1600">
                <a:solidFill>
                  <a:schemeClr val="tx1"/>
                </a:solidFill>
                <a:latin typeface="+mj-ea"/>
                <a:ea typeface="+mj-ea"/>
              </a:defRPr>
            </a:lvl7pPr>
            <a:lvl8pPr marL="2400300" indent="0">
              <a:buNone/>
              <a:defRPr sz="1600">
                <a:solidFill>
                  <a:schemeClr val="tx1"/>
                </a:solidFill>
                <a:latin typeface="+mj-ea"/>
                <a:ea typeface="+mj-ea"/>
              </a:defRPr>
            </a:lvl8pPr>
            <a:lvl9pPr marL="2743200" indent="0">
              <a:buNone/>
              <a:defRPr sz="1600">
                <a:latin typeface="+mj-ea"/>
                <a:ea typeface="+mj-ea"/>
              </a:defRPr>
            </a:lvl9pPr>
          </a:lstStyle>
          <a:p>
            <a:pPr lvl="0"/>
            <a:r>
              <a:rPr kumimoji="1" lang="ja-JP" altLang="en-US" dirty="0"/>
              <a:t>問題意識（</a:t>
            </a:r>
            <a:r>
              <a:rPr kumimoji="1" lang="en-US" altLang="ja-JP" dirty="0"/>
              <a:t>Why</a:t>
            </a:r>
            <a:r>
              <a:rPr kumimoji="1" lang="ja-JP" altLang="en-US" dirty="0"/>
              <a:t>）</a:t>
            </a:r>
          </a:p>
        </p:txBody>
      </p:sp>
      <p:sp>
        <p:nvSpPr>
          <p:cNvPr id="8" name="テキスト プレースホルダー 4">
            <a:extLst>
              <a:ext uri="{FF2B5EF4-FFF2-40B4-BE49-F238E27FC236}">
                <a16:creationId xmlns:a16="http://schemas.microsoft.com/office/drawing/2014/main" id="{D5F5E290-FAFF-E791-ECDA-B4CB0DD2CCD9}"/>
              </a:ext>
            </a:extLst>
          </p:cNvPr>
          <p:cNvSpPr>
            <a:spLocks noGrp="1"/>
          </p:cNvSpPr>
          <p:nvPr>
            <p:ph type="body" sz="quarter" idx="14" hasCustomPrompt="1"/>
          </p:nvPr>
        </p:nvSpPr>
        <p:spPr>
          <a:xfrm>
            <a:off x="360000" y="3384000"/>
            <a:ext cx="2412000" cy="586800"/>
          </a:xfrm>
        </p:spPr>
        <p:txBody>
          <a:bodyPr>
            <a:noAutofit/>
          </a:bodyPr>
          <a:lstStyle>
            <a:lvl1pPr marL="0" indent="0">
              <a:lnSpc>
                <a:spcPct val="100000"/>
              </a:lnSpc>
              <a:spcBef>
                <a:spcPts val="1000"/>
              </a:spcBef>
              <a:buNone/>
              <a:defRPr sz="1600" b="1">
                <a:latin typeface="+mj-lt"/>
                <a:ea typeface="+mj-ea"/>
              </a:defRPr>
            </a:lvl1pPr>
            <a:lvl2pPr marL="0" indent="0">
              <a:lnSpc>
                <a:spcPct val="100000"/>
              </a:lnSpc>
              <a:spcBef>
                <a:spcPts val="1000"/>
              </a:spcBef>
              <a:buNone/>
              <a:defRPr sz="1600" b="1">
                <a:latin typeface="+mj-lt"/>
                <a:ea typeface="+mj-ea"/>
              </a:defRPr>
            </a:lvl2pPr>
            <a:lvl3pPr marL="0" indent="0">
              <a:lnSpc>
                <a:spcPct val="100000"/>
              </a:lnSpc>
              <a:spcBef>
                <a:spcPts val="1000"/>
              </a:spcBef>
              <a:buFontTx/>
              <a:buNone/>
              <a:defRPr sz="1600" b="1">
                <a:latin typeface="+mj-lt"/>
                <a:ea typeface="+mj-ea"/>
              </a:defRPr>
            </a:lvl3pPr>
            <a:lvl4pPr marL="0" indent="0">
              <a:lnSpc>
                <a:spcPct val="100000"/>
              </a:lnSpc>
              <a:spcBef>
                <a:spcPts val="1000"/>
              </a:spcBef>
              <a:buNone/>
              <a:defRPr sz="1600" b="1">
                <a:solidFill>
                  <a:schemeClr val="tx1"/>
                </a:solidFill>
                <a:latin typeface="+mj-lt"/>
                <a:ea typeface="+mj-ea"/>
              </a:defRPr>
            </a:lvl4pPr>
            <a:lvl5pPr marL="1371600" indent="0">
              <a:buNone/>
              <a:defRPr sz="1600">
                <a:latin typeface="+mj-ea"/>
                <a:ea typeface="+mj-ea"/>
              </a:defRPr>
            </a:lvl5pPr>
            <a:lvl6pPr marL="1714500" indent="0">
              <a:buNone/>
              <a:defRPr sz="1600">
                <a:solidFill>
                  <a:schemeClr val="tx1"/>
                </a:solidFill>
                <a:latin typeface="+mj-ea"/>
                <a:ea typeface="+mj-ea"/>
              </a:defRPr>
            </a:lvl6pPr>
            <a:lvl7pPr marL="2057400" indent="0">
              <a:buNone/>
              <a:defRPr sz="1600">
                <a:solidFill>
                  <a:schemeClr val="tx1"/>
                </a:solidFill>
                <a:latin typeface="+mj-ea"/>
                <a:ea typeface="+mj-ea"/>
              </a:defRPr>
            </a:lvl7pPr>
            <a:lvl8pPr marL="2400300" indent="0">
              <a:buNone/>
              <a:defRPr sz="1600">
                <a:solidFill>
                  <a:schemeClr val="tx1"/>
                </a:solidFill>
                <a:latin typeface="+mj-ea"/>
                <a:ea typeface="+mj-ea"/>
              </a:defRPr>
            </a:lvl8pPr>
            <a:lvl9pPr marL="2743200" indent="0">
              <a:buNone/>
              <a:defRPr sz="1600">
                <a:solidFill>
                  <a:schemeClr val="tx1"/>
                </a:solidFill>
                <a:latin typeface="+mj-ea"/>
                <a:ea typeface="+mj-ea"/>
              </a:defRPr>
            </a:lvl9pPr>
          </a:lstStyle>
          <a:p>
            <a:pPr lvl="0"/>
            <a:r>
              <a:rPr kumimoji="1" lang="ja-JP" altLang="en-US" dirty="0"/>
              <a:t>本取組みの目的・あるべき姿（</a:t>
            </a:r>
            <a:r>
              <a:rPr kumimoji="1" lang="en-US" altLang="ja-JP" dirty="0"/>
              <a:t>What</a:t>
            </a:r>
            <a:r>
              <a:rPr kumimoji="1" lang="ja-JP" altLang="en-US" dirty="0"/>
              <a:t>）</a:t>
            </a:r>
          </a:p>
        </p:txBody>
      </p:sp>
      <p:sp>
        <p:nvSpPr>
          <p:cNvPr id="9" name="テキスト プレースホルダー 4">
            <a:extLst>
              <a:ext uri="{FF2B5EF4-FFF2-40B4-BE49-F238E27FC236}">
                <a16:creationId xmlns:a16="http://schemas.microsoft.com/office/drawing/2014/main" id="{6DDF99F6-F90D-A28D-AAEF-B232369BB97B}"/>
              </a:ext>
            </a:extLst>
          </p:cNvPr>
          <p:cNvSpPr>
            <a:spLocks noGrp="1"/>
          </p:cNvSpPr>
          <p:nvPr>
            <p:ph type="body" sz="quarter" idx="15" hasCustomPrompt="1"/>
          </p:nvPr>
        </p:nvSpPr>
        <p:spPr>
          <a:xfrm>
            <a:off x="360000" y="4932000"/>
            <a:ext cx="2412000" cy="586800"/>
          </a:xfrm>
        </p:spPr>
        <p:txBody>
          <a:bodyPr>
            <a:noAutofit/>
          </a:bodyPr>
          <a:lstStyle>
            <a:lvl1pPr marL="0" indent="0">
              <a:lnSpc>
                <a:spcPct val="100000"/>
              </a:lnSpc>
              <a:spcBef>
                <a:spcPts val="1000"/>
              </a:spcBef>
              <a:buNone/>
              <a:defRPr sz="1600" b="1">
                <a:latin typeface="+mj-lt"/>
                <a:ea typeface="+mj-ea"/>
              </a:defRPr>
            </a:lvl1pPr>
            <a:lvl2pPr marL="0" indent="0">
              <a:lnSpc>
                <a:spcPct val="100000"/>
              </a:lnSpc>
              <a:spcBef>
                <a:spcPts val="1000"/>
              </a:spcBef>
              <a:buNone/>
              <a:defRPr sz="1600" b="1">
                <a:solidFill>
                  <a:schemeClr val="tx1"/>
                </a:solidFill>
                <a:latin typeface="+mj-lt"/>
                <a:ea typeface="+mj-ea"/>
              </a:defRPr>
            </a:lvl2pPr>
            <a:lvl3pPr marL="0" indent="0">
              <a:lnSpc>
                <a:spcPct val="100000"/>
              </a:lnSpc>
              <a:spcBef>
                <a:spcPts val="1000"/>
              </a:spcBef>
              <a:buNone/>
              <a:defRPr sz="1600" b="1">
                <a:latin typeface="+mj-lt"/>
                <a:ea typeface="+mj-ea"/>
              </a:defRPr>
            </a:lvl3pPr>
            <a:lvl4pPr marL="0" indent="0">
              <a:lnSpc>
                <a:spcPct val="100000"/>
              </a:lnSpc>
              <a:spcBef>
                <a:spcPts val="1000"/>
              </a:spcBef>
              <a:buNone/>
              <a:defRPr sz="1600" b="1">
                <a:latin typeface="+mj-lt"/>
                <a:ea typeface="+mj-ea"/>
              </a:defRPr>
            </a:lvl4pPr>
            <a:lvl5pPr marL="360000" indent="0">
              <a:lnSpc>
                <a:spcPct val="100000"/>
              </a:lnSpc>
              <a:spcBef>
                <a:spcPts val="1000"/>
              </a:spcBef>
              <a:buNone/>
              <a:defRPr sz="1600" b="0">
                <a:latin typeface="+mj-lt"/>
                <a:ea typeface="+mj-ea"/>
              </a:defRPr>
            </a:lvl5pPr>
            <a:lvl6pPr marL="1714500" indent="0">
              <a:buNone/>
              <a:defRPr sz="1600">
                <a:solidFill>
                  <a:schemeClr val="tx1"/>
                </a:solidFill>
                <a:latin typeface="+mj-ea"/>
                <a:ea typeface="+mj-ea"/>
              </a:defRPr>
            </a:lvl6pPr>
            <a:lvl7pPr marL="2057400" indent="0">
              <a:buNone/>
              <a:defRPr sz="1600">
                <a:solidFill>
                  <a:schemeClr val="tx1"/>
                </a:solidFill>
              </a:defRPr>
            </a:lvl7pPr>
            <a:lvl8pPr marL="2400300" indent="0">
              <a:buNone/>
              <a:defRPr sz="1600">
                <a:solidFill>
                  <a:schemeClr val="tx1"/>
                </a:solidFill>
              </a:defRPr>
            </a:lvl8pPr>
            <a:lvl9pPr marL="2743200" indent="0">
              <a:buNone/>
              <a:defRPr sz="1600">
                <a:solidFill>
                  <a:schemeClr val="tx1"/>
                </a:solidFill>
              </a:defRPr>
            </a:lvl9pPr>
          </a:lstStyle>
          <a:p>
            <a:pPr lvl="0"/>
            <a:r>
              <a:rPr kumimoji="1" lang="ja-JP" altLang="en-US" dirty="0"/>
              <a:t>前回会議の承認内容（</a:t>
            </a:r>
            <a:r>
              <a:rPr kumimoji="1" lang="en-US" altLang="ja-JP" dirty="0"/>
              <a:t>What</a:t>
            </a:r>
            <a:r>
              <a:rPr kumimoji="1" lang="ja-JP" altLang="en-US" dirty="0"/>
              <a:t>）</a:t>
            </a:r>
          </a:p>
        </p:txBody>
      </p:sp>
      <p:sp>
        <p:nvSpPr>
          <p:cNvPr id="10" name="テキスト プレースホルダー 4">
            <a:extLst>
              <a:ext uri="{FF2B5EF4-FFF2-40B4-BE49-F238E27FC236}">
                <a16:creationId xmlns:a16="http://schemas.microsoft.com/office/drawing/2014/main" id="{C5F3CE2A-8005-D1D1-275B-768FD4B7C3C2}"/>
              </a:ext>
            </a:extLst>
          </p:cNvPr>
          <p:cNvSpPr>
            <a:spLocks noGrp="1"/>
          </p:cNvSpPr>
          <p:nvPr>
            <p:ph type="body" sz="quarter" idx="16" hasCustomPrompt="1"/>
          </p:nvPr>
        </p:nvSpPr>
        <p:spPr>
          <a:xfrm>
            <a:off x="5842800" y="2088000"/>
            <a:ext cx="936000" cy="392400"/>
          </a:xfrm>
          <a:solidFill>
            <a:schemeClr val="bg1">
              <a:lumMod val="95000"/>
            </a:schemeClr>
          </a:solidFill>
        </p:spPr>
        <p:txBody>
          <a:bodyPr lIns="108000" tIns="72000" rIns="144000" bIns="72000" anchor="ctr" anchorCtr="0">
            <a:noAutofit/>
          </a:bodyPr>
          <a:lstStyle>
            <a:lvl1pPr marL="0" indent="0">
              <a:lnSpc>
                <a:spcPct val="100000"/>
              </a:lnSpc>
              <a:spcBef>
                <a:spcPts val="1000"/>
              </a:spcBef>
              <a:buNone/>
              <a:defRPr sz="1600" b="1">
                <a:latin typeface="+mj-lt"/>
                <a:ea typeface="+mj-ea"/>
              </a:defRPr>
            </a:lvl1pPr>
            <a:lvl2pPr marL="0" indent="0">
              <a:lnSpc>
                <a:spcPct val="100000"/>
              </a:lnSpc>
              <a:spcBef>
                <a:spcPts val="1000"/>
              </a:spcBef>
              <a:buNone/>
              <a:defRPr sz="1600" b="1">
                <a:solidFill>
                  <a:schemeClr val="tx1"/>
                </a:solidFill>
                <a:latin typeface="+mj-lt"/>
                <a:ea typeface="+mn-ea"/>
              </a:defRPr>
            </a:lvl2pPr>
            <a:lvl3pPr marL="0" indent="0">
              <a:lnSpc>
                <a:spcPct val="100000"/>
              </a:lnSpc>
              <a:spcBef>
                <a:spcPts val="1000"/>
              </a:spcBef>
              <a:buNone/>
              <a:defRPr sz="1600" b="1">
                <a:solidFill>
                  <a:schemeClr val="tx1"/>
                </a:solidFill>
                <a:latin typeface="+mj-lt"/>
                <a:ea typeface="+mn-ea"/>
              </a:defRPr>
            </a:lvl3pPr>
            <a:lvl4pPr marL="0" indent="0">
              <a:lnSpc>
                <a:spcPct val="100000"/>
              </a:lnSpc>
              <a:spcBef>
                <a:spcPts val="1000"/>
              </a:spcBef>
              <a:buNone/>
              <a:defRPr sz="1600" b="1">
                <a:latin typeface="+mj-lt"/>
                <a:ea typeface="+mn-ea"/>
              </a:defRPr>
            </a:lvl4pPr>
            <a:lvl5pPr marL="1371600" indent="0">
              <a:buNone/>
              <a:defRPr sz="1600">
                <a:latin typeface="+mn-ea"/>
                <a:ea typeface="+mn-ea"/>
              </a:defRPr>
            </a:lvl5pPr>
            <a:lvl6pPr marL="1714500" indent="0">
              <a:buNone/>
              <a:defRPr sz="1600">
                <a:solidFill>
                  <a:schemeClr val="tx1"/>
                </a:solidFill>
              </a:defRPr>
            </a:lvl6pPr>
            <a:lvl7pPr marL="2057400" indent="0" algn="l">
              <a:lnSpc>
                <a:spcPct val="100000"/>
              </a:lnSpc>
              <a:buNone/>
              <a:defRPr sz="1600">
                <a:solidFill>
                  <a:schemeClr val="tx1"/>
                </a:solidFill>
              </a:defRPr>
            </a:lvl7pPr>
            <a:lvl8pPr marL="2400300" indent="0">
              <a:buNone/>
              <a:defRPr sz="1600">
                <a:solidFill>
                  <a:schemeClr val="tx1"/>
                </a:solidFill>
              </a:defRPr>
            </a:lvl8pPr>
            <a:lvl9pPr marL="2743200" indent="0">
              <a:buNone/>
              <a:defRPr sz="1600">
                <a:solidFill>
                  <a:schemeClr val="tx1"/>
                </a:solidFill>
              </a:defRPr>
            </a:lvl9pPr>
          </a:lstStyle>
          <a:p>
            <a:pPr lvl="0"/>
            <a:r>
              <a:rPr kumimoji="1" lang="en-US" altLang="ja-JP" dirty="0"/>
              <a:t>XXX</a:t>
            </a:r>
            <a:endParaRPr kumimoji="1" lang="ja-JP" altLang="en-US" dirty="0"/>
          </a:p>
        </p:txBody>
      </p:sp>
      <p:sp>
        <p:nvSpPr>
          <p:cNvPr id="11" name="テキスト プレースホルダー 4">
            <a:extLst>
              <a:ext uri="{FF2B5EF4-FFF2-40B4-BE49-F238E27FC236}">
                <a16:creationId xmlns:a16="http://schemas.microsoft.com/office/drawing/2014/main" id="{06F0BD22-A479-EC2A-3D38-684861FD682E}"/>
              </a:ext>
            </a:extLst>
          </p:cNvPr>
          <p:cNvSpPr>
            <a:spLocks noGrp="1"/>
          </p:cNvSpPr>
          <p:nvPr>
            <p:ph type="body" sz="quarter" idx="17" hasCustomPrompt="1"/>
          </p:nvPr>
        </p:nvSpPr>
        <p:spPr>
          <a:xfrm>
            <a:off x="6886800" y="2088000"/>
            <a:ext cx="936000" cy="392400"/>
          </a:xfrm>
          <a:solidFill>
            <a:schemeClr val="bg1">
              <a:lumMod val="95000"/>
            </a:schemeClr>
          </a:solidFill>
        </p:spPr>
        <p:txBody>
          <a:bodyPr lIns="108000" tIns="72000" rIns="144000" bIns="72000" anchor="ctr" anchorCtr="0">
            <a:noAutofit/>
          </a:bodyPr>
          <a:lstStyle>
            <a:lvl1pPr marL="0" indent="0">
              <a:lnSpc>
                <a:spcPct val="100000"/>
              </a:lnSpc>
              <a:spcBef>
                <a:spcPts val="1000"/>
              </a:spcBef>
              <a:buNone/>
              <a:defRPr sz="1600" b="1">
                <a:latin typeface="+mj-lt"/>
                <a:ea typeface="+mj-ea"/>
              </a:defRPr>
            </a:lvl1pPr>
            <a:lvl2pPr marL="0" indent="0">
              <a:lnSpc>
                <a:spcPct val="100000"/>
              </a:lnSpc>
              <a:spcBef>
                <a:spcPts val="1000"/>
              </a:spcBef>
              <a:buNone/>
              <a:defRPr sz="1600" b="1">
                <a:solidFill>
                  <a:schemeClr val="tx1"/>
                </a:solidFill>
                <a:latin typeface="+mj-lt"/>
                <a:ea typeface="+mn-ea"/>
              </a:defRPr>
            </a:lvl2pPr>
            <a:lvl3pPr marL="0" indent="0">
              <a:lnSpc>
                <a:spcPct val="100000"/>
              </a:lnSpc>
              <a:spcBef>
                <a:spcPts val="1000"/>
              </a:spcBef>
              <a:buNone/>
              <a:defRPr sz="1600" b="1">
                <a:solidFill>
                  <a:schemeClr val="tx1"/>
                </a:solidFill>
                <a:latin typeface="+mj-lt"/>
                <a:ea typeface="+mn-ea"/>
              </a:defRPr>
            </a:lvl3pPr>
            <a:lvl4pPr marL="0" indent="0">
              <a:lnSpc>
                <a:spcPct val="100000"/>
              </a:lnSpc>
              <a:spcBef>
                <a:spcPts val="1000"/>
              </a:spcBef>
              <a:buNone/>
              <a:defRPr sz="1600" b="1">
                <a:solidFill>
                  <a:schemeClr val="tx1"/>
                </a:solidFill>
                <a:latin typeface="+mj-lt"/>
                <a:ea typeface="+mn-ea"/>
              </a:defRPr>
            </a:lvl4pPr>
            <a:lvl5pPr marL="360000" indent="0">
              <a:lnSpc>
                <a:spcPct val="100000"/>
              </a:lnSpc>
              <a:spcBef>
                <a:spcPts val="1000"/>
              </a:spcBef>
              <a:buNone/>
              <a:defRPr sz="1600" b="0">
                <a:latin typeface="+mj-lt"/>
                <a:ea typeface="+mn-ea"/>
              </a:defRPr>
            </a:lvl5pPr>
            <a:lvl6pPr marL="1714500" indent="0">
              <a:buNone/>
              <a:defRPr sz="1600"/>
            </a:lvl6pPr>
            <a:lvl7pPr marL="2057400" indent="0">
              <a:buNone/>
              <a:defRPr sz="1600"/>
            </a:lvl7pPr>
            <a:lvl8pPr marL="2400300" indent="0">
              <a:buNone/>
              <a:defRPr sz="1600"/>
            </a:lvl8pPr>
            <a:lvl9pPr marL="2743200" indent="0">
              <a:buNone/>
              <a:defRPr sz="1600"/>
            </a:lvl9pPr>
          </a:lstStyle>
          <a:p>
            <a:pPr lvl="0"/>
            <a:r>
              <a:rPr kumimoji="1" lang="en-US" altLang="ja-JP" dirty="0"/>
              <a:t>XXX</a:t>
            </a:r>
            <a:endParaRPr kumimoji="1" lang="ja-JP" altLang="en-US" dirty="0"/>
          </a:p>
        </p:txBody>
      </p:sp>
      <p:sp>
        <p:nvSpPr>
          <p:cNvPr id="12" name="テキスト プレースホルダー 4">
            <a:extLst>
              <a:ext uri="{FF2B5EF4-FFF2-40B4-BE49-F238E27FC236}">
                <a16:creationId xmlns:a16="http://schemas.microsoft.com/office/drawing/2014/main" id="{75B75F71-345B-E20A-F6F4-55839BF83271}"/>
              </a:ext>
            </a:extLst>
          </p:cNvPr>
          <p:cNvSpPr>
            <a:spLocks noGrp="1"/>
          </p:cNvSpPr>
          <p:nvPr>
            <p:ph type="body" sz="quarter" idx="18" hasCustomPrompt="1"/>
          </p:nvPr>
        </p:nvSpPr>
        <p:spPr>
          <a:xfrm>
            <a:off x="7930800" y="2088000"/>
            <a:ext cx="2340000" cy="392400"/>
          </a:xfrm>
          <a:solidFill>
            <a:schemeClr val="bg1">
              <a:lumMod val="95000"/>
            </a:schemeClr>
          </a:solidFill>
        </p:spPr>
        <p:txBody>
          <a:bodyPr lIns="108000" tIns="72000" rIns="144000" bIns="72000" anchor="ctr" anchorCtr="0">
            <a:noAutofit/>
          </a:bodyPr>
          <a:lstStyle>
            <a:lvl1pPr marL="0" indent="0">
              <a:lnSpc>
                <a:spcPct val="100000"/>
              </a:lnSpc>
              <a:spcBef>
                <a:spcPts val="1000"/>
              </a:spcBef>
              <a:buNone/>
              <a:defRPr sz="1600" b="1">
                <a:latin typeface="+mj-lt"/>
                <a:ea typeface="+mj-ea"/>
              </a:defRPr>
            </a:lvl1pPr>
            <a:lvl2pPr marL="0" indent="0">
              <a:lnSpc>
                <a:spcPct val="100000"/>
              </a:lnSpc>
              <a:spcBef>
                <a:spcPts val="1000"/>
              </a:spcBef>
              <a:buNone/>
              <a:defRPr sz="1600" b="1">
                <a:solidFill>
                  <a:schemeClr val="tx1"/>
                </a:solidFill>
                <a:latin typeface="+mj-lt"/>
                <a:ea typeface="+mn-ea"/>
              </a:defRPr>
            </a:lvl2pPr>
            <a:lvl3pPr marL="0" indent="0">
              <a:lnSpc>
                <a:spcPct val="100000"/>
              </a:lnSpc>
              <a:spcBef>
                <a:spcPts val="1000"/>
              </a:spcBef>
              <a:buNone/>
              <a:defRPr sz="1600" b="1">
                <a:solidFill>
                  <a:schemeClr val="tx1"/>
                </a:solidFill>
                <a:latin typeface="+mj-lt"/>
                <a:ea typeface="+mn-ea"/>
              </a:defRPr>
            </a:lvl3pPr>
            <a:lvl4pPr marL="0" indent="0">
              <a:lnSpc>
                <a:spcPct val="100000"/>
              </a:lnSpc>
              <a:spcBef>
                <a:spcPts val="1000"/>
              </a:spcBef>
              <a:buNone/>
              <a:defRPr sz="1600" b="1">
                <a:solidFill>
                  <a:schemeClr val="tx1"/>
                </a:solidFill>
                <a:latin typeface="+mj-lt"/>
                <a:ea typeface="+mn-ea"/>
              </a:defRPr>
            </a:lvl4pPr>
            <a:lvl5pPr marL="360000" indent="0">
              <a:lnSpc>
                <a:spcPct val="100000"/>
              </a:lnSpc>
              <a:spcBef>
                <a:spcPts val="1000"/>
              </a:spcBef>
              <a:buNone/>
              <a:defRPr sz="1600" b="0">
                <a:latin typeface="+mj-lt"/>
                <a:ea typeface="+mn-ea"/>
              </a:defRPr>
            </a:lvl5pPr>
            <a:lvl6pPr marL="1714500" indent="0">
              <a:buNone/>
              <a:defRPr sz="1600">
                <a:solidFill>
                  <a:schemeClr val="tx1"/>
                </a:solidFill>
              </a:defRPr>
            </a:lvl6pPr>
            <a:lvl7pPr marL="2057400" indent="0">
              <a:buNone/>
              <a:defRPr sz="1600">
                <a:solidFill>
                  <a:schemeClr val="tx1"/>
                </a:solidFill>
              </a:defRPr>
            </a:lvl7pPr>
            <a:lvl8pPr marL="2400300" indent="0">
              <a:buNone/>
              <a:defRPr sz="1600"/>
            </a:lvl8pPr>
            <a:lvl9pPr marL="2743200" indent="0">
              <a:buNone/>
              <a:defRPr sz="1800">
                <a:solidFill>
                  <a:schemeClr val="tx1"/>
                </a:solidFill>
              </a:defRPr>
            </a:lvl9pPr>
          </a:lstStyle>
          <a:p>
            <a:pPr lvl="0"/>
            <a:r>
              <a:rPr kumimoji="1" lang="en-US" altLang="ja-JP" dirty="0"/>
              <a:t>XXX</a:t>
            </a:r>
            <a:endParaRPr kumimoji="1" lang="ja-JP" altLang="en-US" dirty="0"/>
          </a:p>
        </p:txBody>
      </p:sp>
      <p:sp>
        <p:nvSpPr>
          <p:cNvPr id="13" name="テキスト プレースホルダー 4">
            <a:extLst>
              <a:ext uri="{FF2B5EF4-FFF2-40B4-BE49-F238E27FC236}">
                <a16:creationId xmlns:a16="http://schemas.microsoft.com/office/drawing/2014/main" id="{4F80E65A-7F98-6A5D-8417-E62231BC9B0D}"/>
              </a:ext>
            </a:extLst>
          </p:cNvPr>
          <p:cNvSpPr>
            <a:spLocks noGrp="1"/>
          </p:cNvSpPr>
          <p:nvPr>
            <p:ph type="body" sz="quarter" idx="19" hasCustomPrompt="1"/>
          </p:nvPr>
        </p:nvSpPr>
        <p:spPr>
          <a:xfrm>
            <a:off x="10378800" y="2088000"/>
            <a:ext cx="1224000" cy="392400"/>
          </a:xfrm>
          <a:solidFill>
            <a:schemeClr val="bg1">
              <a:lumMod val="95000"/>
            </a:schemeClr>
          </a:solidFill>
        </p:spPr>
        <p:txBody>
          <a:bodyPr lIns="108000" tIns="72000" rIns="144000" bIns="72000" anchor="ctr" anchorCtr="0">
            <a:noAutofit/>
          </a:bodyPr>
          <a:lstStyle>
            <a:lvl1pPr marL="0" indent="0">
              <a:lnSpc>
                <a:spcPct val="100000"/>
              </a:lnSpc>
              <a:spcBef>
                <a:spcPts val="1000"/>
              </a:spcBef>
              <a:buNone/>
              <a:defRPr sz="1600" b="1">
                <a:latin typeface="+mj-lt"/>
                <a:ea typeface="+mj-ea"/>
              </a:defRPr>
            </a:lvl1pPr>
            <a:lvl2pPr marL="0" indent="0">
              <a:lnSpc>
                <a:spcPct val="100000"/>
              </a:lnSpc>
              <a:spcBef>
                <a:spcPts val="1000"/>
              </a:spcBef>
              <a:buNone/>
              <a:defRPr sz="1600" b="1">
                <a:solidFill>
                  <a:schemeClr val="tx1"/>
                </a:solidFill>
                <a:latin typeface="+mj-lt"/>
                <a:ea typeface="+mn-ea"/>
              </a:defRPr>
            </a:lvl2pPr>
            <a:lvl3pPr marL="0" indent="0">
              <a:lnSpc>
                <a:spcPct val="100000"/>
              </a:lnSpc>
              <a:spcBef>
                <a:spcPts val="1000"/>
              </a:spcBef>
              <a:buNone/>
              <a:defRPr sz="1600" b="1">
                <a:latin typeface="+mj-lt"/>
                <a:ea typeface="+mn-ea"/>
              </a:defRPr>
            </a:lvl3pPr>
            <a:lvl4pPr marL="0" indent="0">
              <a:lnSpc>
                <a:spcPct val="100000"/>
              </a:lnSpc>
              <a:spcBef>
                <a:spcPts val="1000"/>
              </a:spcBef>
              <a:buNone/>
              <a:defRPr sz="1600" b="1">
                <a:latin typeface="+mj-lt"/>
                <a:ea typeface="+mn-ea"/>
              </a:defRPr>
            </a:lvl4pPr>
            <a:lvl5pPr marL="1371600" indent="0">
              <a:buNone/>
              <a:defRPr sz="1600">
                <a:latin typeface="+mj-lt"/>
                <a:ea typeface="+mn-ea"/>
              </a:defRPr>
            </a:lvl5pPr>
            <a:lvl6pPr marL="1714500" indent="0">
              <a:buNone/>
              <a:defRPr sz="1600"/>
            </a:lvl6pPr>
            <a:lvl7pPr marL="2057400" indent="0">
              <a:buNone/>
              <a:defRPr sz="1600">
                <a:solidFill>
                  <a:schemeClr val="tx1"/>
                </a:solidFill>
              </a:defRPr>
            </a:lvl7pPr>
            <a:lvl8pPr marL="2400300" indent="0">
              <a:buNone/>
              <a:defRPr sz="1600"/>
            </a:lvl8pPr>
            <a:lvl9pPr marL="2743200" indent="0">
              <a:buFontTx/>
              <a:buNone/>
              <a:defRPr sz="1600"/>
            </a:lvl9pPr>
          </a:lstStyle>
          <a:p>
            <a:pPr lvl="0"/>
            <a:r>
              <a:rPr kumimoji="1" lang="en-US" altLang="ja-JP" dirty="0"/>
              <a:t>XXX</a:t>
            </a:r>
            <a:endParaRPr kumimoji="1" lang="ja-JP" altLang="en-US" dirty="0"/>
          </a:p>
        </p:txBody>
      </p:sp>
      <p:sp>
        <p:nvSpPr>
          <p:cNvPr id="20" name="テキスト プレースホルダー 4">
            <a:extLst>
              <a:ext uri="{FF2B5EF4-FFF2-40B4-BE49-F238E27FC236}">
                <a16:creationId xmlns:a16="http://schemas.microsoft.com/office/drawing/2014/main" id="{A12AEA4A-687E-5C19-BE52-F7CC07771C9C}"/>
              </a:ext>
            </a:extLst>
          </p:cNvPr>
          <p:cNvSpPr>
            <a:spLocks noGrp="1"/>
          </p:cNvSpPr>
          <p:nvPr>
            <p:ph type="body" sz="quarter" idx="20" hasCustomPrompt="1"/>
          </p:nvPr>
        </p:nvSpPr>
        <p:spPr>
          <a:xfrm>
            <a:off x="10458000" y="1080000"/>
            <a:ext cx="1296000" cy="140400"/>
          </a:xfrm>
        </p:spPr>
        <p:txBody>
          <a:bodyPr lIns="0" tIns="0" rIns="0" bIns="0">
            <a:noAutofit/>
          </a:bodyPr>
          <a:lstStyle>
            <a:lvl1pPr marL="0" indent="0" algn="r">
              <a:lnSpc>
                <a:spcPct val="90000"/>
              </a:lnSpc>
              <a:spcBef>
                <a:spcPts val="0"/>
              </a:spcBef>
              <a:buNone/>
              <a:defRPr sz="1000" b="0">
                <a:latin typeface="+mn-lt"/>
                <a:ea typeface="+mn-ea"/>
              </a:defRPr>
            </a:lvl1pPr>
            <a:lvl2pPr marL="0" indent="0" algn="r">
              <a:spcBef>
                <a:spcPts val="0"/>
              </a:spcBef>
              <a:buNone/>
              <a:defRPr sz="1000">
                <a:solidFill>
                  <a:schemeClr val="tx1"/>
                </a:solidFill>
                <a:latin typeface="+mn-lt"/>
                <a:ea typeface="+mn-ea"/>
              </a:defRPr>
            </a:lvl2pPr>
            <a:lvl3pPr marL="0" indent="0" algn="r">
              <a:lnSpc>
                <a:spcPct val="90000"/>
              </a:lnSpc>
              <a:spcBef>
                <a:spcPts val="0"/>
              </a:spcBef>
              <a:buNone/>
              <a:defRPr sz="1000">
                <a:solidFill>
                  <a:schemeClr val="tx1"/>
                </a:solidFill>
                <a:latin typeface="+mn-lt"/>
                <a:ea typeface="+mn-ea"/>
              </a:defRPr>
            </a:lvl3pPr>
            <a:lvl4pPr marL="0" indent="0" algn="r">
              <a:lnSpc>
                <a:spcPct val="90000"/>
              </a:lnSpc>
              <a:spcBef>
                <a:spcPts val="0"/>
              </a:spcBef>
              <a:buNone/>
              <a:defRPr sz="1000">
                <a:solidFill>
                  <a:schemeClr val="tx1"/>
                </a:solidFill>
                <a:latin typeface="+mn-lt"/>
                <a:ea typeface="+mn-ea"/>
              </a:defRPr>
            </a:lvl4pPr>
            <a:lvl5pPr marL="1371600" indent="0" algn="r">
              <a:buNone/>
              <a:defRPr sz="1000">
                <a:solidFill>
                  <a:schemeClr val="tx1"/>
                </a:solidFill>
                <a:latin typeface="+mn-lt"/>
                <a:ea typeface="+mn-ea"/>
              </a:defRPr>
            </a:lvl5pPr>
            <a:lvl6pPr marL="1714500" indent="0" algn="r">
              <a:buNone/>
              <a:defRPr sz="1000">
                <a:solidFill>
                  <a:schemeClr val="tx1"/>
                </a:solidFill>
              </a:defRPr>
            </a:lvl6pPr>
            <a:lvl7pPr marL="2057400" indent="0" algn="r">
              <a:buNone/>
              <a:defRPr sz="1000">
                <a:solidFill>
                  <a:schemeClr val="tx1"/>
                </a:solidFill>
              </a:defRPr>
            </a:lvl7pPr>
            <a:lvl8pPr marL="2400300" indent="0" algn="r">
              <a:buNone/>
              <a:defRPr sz="1000"/>
            </a:lvl8pPr>
          </a:lstStyle>
          <a:p>
            <a:pPr lvl="0"/>
            <a:r>
              <a:rPr kumimoji="1" lang="en-US" altLang="ja-JP" dirty="0"/>
              <a:t>Chapter &gt; topic</a:t>
            </a:r>
          </a:p>
        </p:txBody>
      </p:sp>
      <p:sp>
        <p:nvSpPr>
          <p:cNvPr id="21" name="Rectangle 21">
            <a:extLst>
              <a:ext uri="{FF2B5EF4-FFF2-40B4-BE49-F238E27FC236}">
                <a16:creationId xmlns:a16="http://schemas.microsoft.com/office/drawing/2014/main" id="{3981FE65-E2B1-BA46-A782-9FABBF04FEDC}"/>
              </a:ext>
            </a:extLst>
          </p:cNvPr>
          <p:cNvSpPr>
            <a:spLocks/>
          </p:cNvSpPr>
          <p:nvPr userDrawn="1"/>
        </p:nvSpPr>
        <p:spPr>
          <a:xfrm>
            <a:off x="360000" y="1958400"/>
            <a:ext cx="2412000" cy="4608000"/>
          </a:xfrm>
          <a:prstGeom prst="rect">
            <a:avLst/>
          </a:prstGeom>
          <a:noFill/>
          <a:ln w="190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nchorCtr="0">
            <a:noAutofit/>
          </a:bodyPr>
          <a:lstStyle/>
          <a:p>
            <a:endParaRPr lang="en-US" altLang="ja-JP" sz="1400" dirty="0">
              <a:solidFill>
                <a:schemeClr val="accent6"/>
              </a:solidFill>
              <a:latin typeface="Yu Gothic Medium" panose="020B0400000000000000" pitchFamily="34" charset="-128"/>
              <a:ea typeface="Yu Gothic Medium" panose="020B0400000000000000" pitchFamily="34" charset="-128"/>
            </a:endParaRPr>
          </a:p>
          <a:p>
            <a:endParaRPr lang="en-US" sz="1400" dirty="0">
              <a:solidFill>
                <a:schemeClr val="accent6"/>
              </a:solidFill>
              <a:latin typeface="Yu Gothic Medium" panose="020B0400000000000000" pitchFamily="34" charset="-128"/>
              <a:ea typeface="Yu Gothic Medium" panose="020B0400000000000000" pitchFamily="34" charset="-128"/>
            </a:endParaRPr>
          </a:p>
        </p:txBody>
      </p:sp>
      <p:sp>
        <p:nvSpPr>
          <p:cNvPr id="22" name="TextBox 40">
            <a:extLst>
              <a:ext uri="{FF2B5EF4-FFF2-40B4-BE49-F238E27FC236}">
                <a16:creationId xmlns:a16="http://schemas.microsoft.com/office/drawing/2014/main" id="{1098D58A-CE70-4B3C-53ED-56065E2983C6}"/>
              </a:ext>
            </a:extLst>
          </p:cNvPr>
          <p:cNvSpPr txBox="1"/>
          <p:nvPr userDrawn="1">
            <p:custDataLst>
              <p:tags r:id="rId1"/>
            </p:custDataLst>
          </p:nvPr>
        </p:nvSpPr>
        <p:spPr bwMode="gray">
          <a:xfrm>
            <a:off x="2993446" y="1584000"/>
            <a:ext cx="2412000" cy="340735"/>
          </a:xfrm>
          <a:prstGeom prst="rect">
            <a:avLst/>
          </a:prstGeom>
          <a:noFill/>
          <a:ln w="9525">
            <a:noFill/>
            <a:miter lim="800000"/>
            <a:headEnd/>
            <a:tailEnd/>
          </a:ln>
          <a:effectLst/>
        </p:spPr>
        <p:txBody>
          <a:bodyPr vert="horz" wrap="square" lIns="36000" tIns="46800" rIns="90000" bIns="46800" numCol="1" anchor="t" anchorCtr="0" compatLnSpc="1">
            <a:prstTxWarp prst="textNoShape">
              <a:avLst/>
            </a:prstTxWarp>
            <a:spAutoFit/>
          </a:bodyPr>
          <a:lstStyle>
            <a:defPPr>
              <a:defRPr lang="en-US"/>
            </a:defPPr>
            <a:lvl1pPr marL="0" lvl="0" indent="0" defTabSz="895350" eaLnBrk="1" hangingPunct="1">
              <a:buClr>
                <a:schemeClr val="tx2"/>
              </a:buClr>
              <a:defRPr kumimoji="1" baseline="0">
                <a:latin typeface="+mn-lt"/>
              </a:defRPr>
            </a:lvl1pPr>
            <a:lvl2pPr marL="193675" lvl="1" indent="-192088" defTabSz="895350" eaLnBrk="1" hangingPunct="1">
              <a:buClr>
                <a:schemeClr val="tx2"/>
              </a:buClr>
              <a:buSzPct val="125000"/>
              <a:buFont typeface="Arial" charset="0"/>
              <a:buChar char="▪"/>
              <a:defRPr kumimoji="1" baseline="0">
                <a:latin typeface="+mn-lt"/>
              </a:defRPr>
            </a:lvl2pPr>
            <a:lvl3pPr marL="457200" lvl="2" indent="-261938" defTabSz="895350" eaLnBrk="1" hangingPunct="1">
              <a:buClr>
                <a:schemeClr val="tx2"/>
              </a:buClr>
              <a:buSzPct val="120000"/>
              <a:buFont typeface="Arial" charset="0"/>
              <a:buChar char="–"/>
              <a:defRPr kumimoji="1" baseline="0">
                <a:latin typeface="+mn-lt"/>
              </a:defRPr>
            </a:lvl3pPr>
            <a:lvl4pPr marL="614363" lvl="3" indent="-155575" defTabSz="895350" eaLnBrk="1" hangingPunct="1">
              <a:buClr>
                <a:schemeClr val="tx2"/>
              </a:buClr>
              <a:buSzPct val="120000"/>
              <a:buFont typeface="Arial" charset="0"/>
              <a:buChar char="▫"/>
              <a:defRPr kumimoji="1" baseline="0">
                <a:latin typeface="+mn-lt"/>
              </a:defRPr>
            </a:lvl4pPr>
            <a:lvl5pPr marL="749808" lvl="4" indent="-130175" defTabSz="895350" eaLnBrk="1" hangingPunct="1">
              <a:buClr>
                <a:schemeClr val="tx2"/>
              </a:buClr>
              <a:buSzPct val="89000"/>
              <a:buFont typeface="Arial" charset="0"/>
              <a:buChar char="-"/>
              <a:defRPr kumimoji="1" baseline="0">
                <a:latin typeface="+mn-lt"/>
              </a:defRPr>
            </a:lvl5pPr>
            <a:lvl6pPr marL="749808" indent="-130175" defTabSz="895350" fontAlgn="base">
              <a:spcBef>
                <a:spcPct val="0"/>
              </a:spcBef>
              <a:spcAft>
                <a:spcPct val="0"/>
              </a:spcAft>
              <a:buClr>
                <a:schemeClr val="tx2"/>
              </a:buClr>
              <a:buSzPct val="89000"/>
              <a:buFont typeface="Arial" charset="0"/>
              <a:buChar char="-"/>
              <a:defRPr kumimoji="1" baseline="0">
                <a:latin typeface="+mn-lt"/>
              </a:defRPr>
            </a:lvl6pPr>
            <a:lvl7pPr marL="749808" indent="-130175" defTabSz="895350" fontAlgn="base">
              <a:spcBef>
                <a:spcPct val="0"/>
              </a:spcBef>
              <a:spcAft>
                <a:spcPct val="0"/>
              </a:spcAft>
              <a:buClr>
                <a:schemeClr val="tx2"/>
              </a:buClr>
              <a:buSzPct val="89000"/>
              <a:buFont typeface="Arial" charset="0"/>
              <a:buChar char="-"/>
              <a:defRPr kumimoji="1" baseline="0">
                <a:latin typeface="+mn-lt"/>
              </a:defRPr>
            </a:lvl7pPr>
            <a:lvl8pPr marL="749808" indent="-130175" defTabSz="895350" fontAlgn="base">
              <a:spcBef>
                <a:spcPct val="0"/>
              </a:spcBef>
              <a:spcAft>
                <a:spcPct val="0"/>
              </a:spcAft>
              <a:buClr>
                <a:schemeClr val="tx2"/>
              </a:buClr>
              <a:buSzPct val="89000"/>
              <a:buFont typeface="Arial" charset="0"/>
              <a:buChar char="-"/>
              <a:defRPr kumimoji="1" baseline="0">
                <a:latin typeface="+mn-lt"/>
              </a:defRPr>
            </a:lvl8pPr>
            <a:lvl9pPr marL="749808" indent="-130175" defTabSz="895350" fontAlgn="base">
              <a:spcBef>
                <a:spcPct val="0"/>
              </a:spcBef>
              <a:spcAft>
                <a:spcPct val="0"/>
              </a:spcAft>
              <a:buClr>
                <a:schemeClr val="tx2"/>
              </a:buClr>
              <a:buSzPct val="89000"/>
              <a:buFont typeface="Arial" charset="0"/>
              <a:buChar char="-"/>
              <a:defRPr kumimoji="1" baseline="0">
                <a:latin typeface="+mn-lt"/>
              </a:defRPr>
            </a:lvl9pPr>
          </a:lstStyle>
          <a:p>
            <a:pPr marL="0" lvl="0" indent="-614363">
              <a:buNone/>
            </a:pPr>
            <a:r>
              <a:rPr lang="ja-JP" altLang="en-US" sz="1600" b="1" baseline="0" dirty="0">
                <a:latin typeface="+mj-ea"/>
                <a:ea typeface="+mj-ea"/>
              </a:rPr>
              <a:t>協議事項</a:t>
            </a:r>
          </a:p>
        </p:txBody>
      </p:sp>
      <p:sp>
        <p:nvSpPr>
          <p:cNvPr id="24" name="TextBox 40">
            <a:extLst>
              <a:ext uri="{FF2B5EF4-FFF2-40B4-BE49-F238E27FC236}">
                <a16:creationId xmlns:a16="http://schemas.microsoft.com/office/drawing/2014/main" id="{DE7C6296-3922-02A5-8934-B885DFC15A2A}"/>
              </a:ext>
            </a:extLst>
          </p:cNvPr>
          <p:cNvSpPr txBox="1"/>
          <p:nvPr userDrawn="1">
            <p:custDataLst>
              <p:tags r:id="rId2"/>
            </p:custDataLst>
          </p:nvPr>
        </p:nvSpPr>
        <p:spPr bwMode="gray">
          <a:xfrm>
            <a:off x="5608800" y="1584000"/>
            <a:ext cx="2578135" cy="340735"/>
          </a:xfrm>
          <a:prstGeom prst="rect">
            <a:avLst/>
          </a:prstGeom>
          <a:noFill/>
          <a:ln w="9525">
            <a:noFill/>
            <a:miter lim="800000"/>
            <a:headEnd/>
            <a:tailEnd/>
          </a:ln>
          <a:effectLst/>
        </p:spPr>
        <p:txBody>
          <a:bodyPr vert="horz" wrap="square" lIns="36000" tIns="46800" rIns="90000" bIns="46800" numCol="1" anchor="t" anchorCtr="0" compatLnSpc="1">
            <a:prstTxWarp prst="textNoShape">
              <a:avLst/>
            </a:prstTxWarp>
            <a:spAutoFit/>
          </a:bodyPr>
          <a:lstStyle>
            <a:defPPr>
              <a:defRPr lang="en-US"/>
            </a:defPPr>
            <a:lvl1pPr marL="0" lvl="0" indent="0" defTabSz="895350" eaLnBrk="1" hangingPunct="1">
              <a:buClr>
                <a:schemeClr val="tx2"/>
              </a:buClr>
              <a:defRPr kumimoji="1" baseline="0">
                <a:latin typeface="+mn-lt"/>
              </a:defRPr>
            </a:lvl1pPr>
            <a:lvl2pPr marL="193675" lvl="1" indent="-192088" defTabSz="895350" eaLnBrk="1" hangingPunct="1">
              <a:buClr>
                <a:schemeClr val="tx2"/>
              </a:buClr>
              <a:buSzPct val="125000"/>
              <a:buFont typeface="Arial" charset="0"/>
              <a:buChar char="▪"/>
              <a:defRPr kumimoji="1" baseline="0">
                <a:latin typeface="+mn-lt"/>
              </a:defRPr>
            </a:lvl2pPr>
            <a:lvl3pPr marL="457200" lvl="2" indent="-261938" defTabSz="895350" eaLnBrk="1" hangingPunct="1">
              <a:buClr>
                <a:schemeClr val="tx2"/>
              </a:buClr>
              <a:buSzPct val="120000"/>
              <a:buFont typeface="Arial" charset="0"/>
              <a:buChar char="–"/>
              <a:defRPr kumimoji="1" baseline="0">
                <a:latin typeface="+mn-lt"/>
              </a:defRPr>
            </a:lvl3pPr>
            <a:lvl4pPr marL="614363" lvl="3" indent="-155575" defTabSz="895350" eaLnBrk="1" hangingPunct="1">
              <a:buClr>
                <a:schemeClr val="tx2"/>
              </a:buClr>
              <a:buSzPct val="120000"/>
              <a:buFont typeface="Arial" charset="0"/>
              <a:buChar char="▫"/>
              <a:defRPr kumimoji="1" baseline="0">
                <a:latin typeface="+mn-lt"/>
              </a:defRPr>
            </a:lvl4pPr>
            <a:lvl5pPr marL="749808" lvl="4" indent="-130175" defTabSz="895350" eaLnBrk="1" hangingPunct="1">
              <a:buClr>
                <a:schemeClr val="tx2"/>
              </a:buClr>
              <a:buSzPct val="89000"/>
              <a:buFont typeface="Arial" charset="0"/>
              <a:buChar char="-"/>
              <a:defRPr kumimoji="1" baseline="0">
                <a:latin typeface="+mn-lt"/>
              </a:defRPr>
            </a:lvl5pPr>
            <a:lvl6pPr marL="749808" indent="-130175" defTabSz="895350" fontAlgn="base">
              <a:spcBef>
                <a:spcPct val="0"/>
              </a:spcBef>
              <a:spcAft>
                <a:spcPct val="0"/>
              </a:spcAft>
              <a:buClr>
                <a:schemeClr val="tx2"/>
              </a:buClr>
              <a:buSzPct val="89000"/>
              <a:buFont typeface="Arial" charset="0"/>
              <a:buChar char="-"/>
              <a:defRPr kumimoji="1" baseline="0">
                <a:latin typeface="+mn-lt"/>
              </a:defRPr>
            </a:lvl6pPr>
            <a:lvl7pPr marL="749808" indent="-130175" defTabSz="895350" fontAlgn="base">
              <a:spcBef>
                <a:spcPct val="0"/>
              </a:spcBef>
              <a:spcAft>
                <a:spcPct val="0"/>
              </a:spcAft>
              <a:buClr>
                <a:schemeClr val="tx2"/>
              </a:buClr>
              <a:buSzPct val="89000"/>
              <a:buFont typeface="Arial" charset="0"/>
              <a:buChar char="-"/>
              <a:defRPr kumimoji="1" baseline="0">
                <a:latin typeface="+mn-lt"/>
              </a:defRPr>
            </a:lvl7pPr>
            <a:lvl8pPr marL="749808" indent="-130175" defTabSz="895350" fontAlgn="base">
              <a:spcBef>
                <a:spcPct val="0"/>
              </a:spcBef>
              <a:spcAft>
                <a:spcPct val="0"/>
              </a:spcAft>
              <a:buClr>
                <a:schemeClr val="tx2"/>
              </a:buClr>
              <a:buSzPct val="89000"/>
              <a:buFont typeface="Arial" charset="0"/>
              <a:buChar char="-"/>
              <a:defRPr kumimoji="1" baseline="0">
                <a:latin typeface="+mn-lt"/>
              </a:defRPr>
            </a:lvl8pPr>
            <a:lvl9pPr marL="749808" indent="-130175" defTabSz="895350" fontAlgn="base">
              <a:spcBef>
                <a:spcPct val="0"/>
              </a:spcBef>
              <a:spcAft>
                <a:spcPct val="0"/>
              </a:spcAft>
              <a:buClr>
                <a:schemeClr val="tx2"/>
              </a:buClr>
              <a:buSzPct val="89000"/>
              <a:buFont typeface="Arial" charset="0"/>
              <a:buChar char="-"/>
              <a:defRPr kumimoji="1" baseline="0">
                <a:latin typeface="+mn-lt"/>
              </a:defRPr>
            </a:lvl9pPr>
          </a:lstStyle>
          <a:p>
            <a:pPr marL="0" lvl="0" indent="-614363">
              <a:buNone/>
            </a:pPr>
            <a:r>
              <a:rPr lang="ja-JP" altLang="en-US" sz="1600" b="1" baseline="0" dirty="0">
                <a:latin typeface="+mj-ea"/>
                <a:ea typeface="+mj-ea"/>
              </a:rPr>
              <a:t>対応内容</a:t>
            </a:r>
          </a:p>
        </p:txBody>
      </p:sp>
      <p:sp>
        <p:nvSpPr>
          <p:cNvPr id="25" name="TextBox 40">
            <a:extLst>
              <a:ext uri="{FF2B5EF4-FFF2-40B4-BE49-F238E27FC236}">
                <a16:creationId xmlns:a16="http://schemas.microsoft.com/office/drawing/2014/main" id="{489E2E3F-5DAF-5A35-AF01-180B23454896}"/>
              </a:ext>
            </a:extLst>
          </p:cNvPr>
          <p:cNvSpPr txBox="1"/>
          <p:nvPr userDrawn="1">
            <p:custDataLst>
              <p:tags r:id="rId3"/>
            </p:custDataLst>
          </p:nvPr>
        </p:nvSpPr>
        <p:spPr bwMode="gray">
          <a:xfrm>
            <a:off x="360000" y="1584000"/>
            <a:ext cx="2412000" cy="340735"/>
          </a:xfrm>
          <a:prstGeom prst="rect">
            <a:avLst/>
          </a:prstGeom>
          <a:noFill/>
          <a:ln w="9525">
            <a:noFill/>
            <a:miter lim="800000"/>
            <a:headEnd/>
            <a:tailEnd/>
          </a:ln>
          <a:effectLst/>
        </p:spPr>
        <p:txBody>
          <a:bodyPr vert="horz" wrap="square" lIns="36000" tIns="46800" rIns="90000" bIns="46800" numCol="1" anchor="t" anchorCtr="0" compatLnSpc="1">
            <a:prstTxWarp prst="textNoShape">
              <a:avLst/>
            </a:prstTxWarp>
            <a:spAutoFit/>
          </a:bodyPr>
          <a:lstStyle>
            <a:defPPr>
              <a:defRPr lang="en-US"/>
            </a:defPPr>
            <a:lvl1pPr marL="0" lvl="0" indent="0" defTabSz="895350" eaLnBrk="1" hangingPunct="1">
              <a:buClr>
                <a:schemeClr val="tx2"/>
              </a:buClr>
              <a:defRPr kumimoji="1" baseline="0">
                <a:latin typeface="+mn-lt"/>
              </a:defRPr>
            </a:lvl1pPr>
            <a:lvl2pPr marL="193675" lvl="1" indent="-192088" defTabSz="895350" eaLnBrk="1" hangingPunct="1">
              <a:buClr>
                <a:schemeClr val="tx2"/>
              </a:buClr>
              <a:buSzPct val="125000"/>
              <a:buFont typeface="Arial" charset="0"/>
              <a:buChar char="▪"/>
              <a:defRPr kumimoji="1" baseline="0">
                <a:latin typeface="+mn-lt"/>
              </a:defRPr>
            </a:lvl2pPr>
            <a:lvl3pPr marL="457200" lvl="2" indent="-261938" defTabSz="895350" eaLnBrk="1" hangingPunct="1">
              <a:buClr>
                <a:schemeClr val="tx2"/>
              </a:buClr>
              <a:buSzPct val="120000"/>
              <a:buFont typeface="Arial" charset="0"/>
              <a:buChar char="–"/>
              <a:defRPr kumimoji="1" baseline="0">
                <a:latin typeface="+mn-lt"/>
              </a:defRPr>
            </a:lvl3pPr>
            <a:lvl4pPr marL="614363" lvl="3" indent="-155575" defTabSz="895350" eaLnBrk="1" hangingPunct="1">
              <a:buClr>
                <a:schemeClr val="tx2"/>
              </a:buClr>
              <a:buSzPct val="120000"/>
              <a:buFont typeface="Arial" charset="0"/>
              <a:buChar char="▫"/>
              <a:defRPr kumimoji="1" baseline="0">
                <a:latin typeface="+mn-lt"/>
              </a:defRPr>
            </a:lvl4pPr>
            <a:lvl5pPr marL="749808" lvl="4" indent="-130175" defTabSz="895350" eaLnBrk="1" hangingPunct="1">
              <a:buClr>
                <a:schemeClr val="tx2"/>
              </a:buClr>
              <a:buSzPct val="89000"/>
              <a:buFont typeface="Arial" charset="0"/>
              <a:buChar char="-"/>
              <a:defRPr kumimoji="1" baseline="0">
                <a:latin typeface="+mn-lt"/>
              </a:defRPr>
            </a:lvl5pPr>
            <a:lvl6pPr marL="749808" indent="-130175" defTabSz="895350" fontAlgn="base">
              <a:spcBef>
                <a:spcPct val="0"/>
              </a:spcBef>
              <a:spcAft>
                <a:spcPct val="0"/>
              </a:spcAft>
              <a:buClr>
                <a:schemeClr val="tx2"/>
              </a:buClr>
              <a:buSzPct val="89000"/>
              <a:buFont typeface="Arial" charset="0"/>
              <a:buChar char="-"/>
              <a:defRPr kumimoji="1" baseline="0">
                <a:latin typeface="+mn-lt"/>
              </a:defRPr>
            </a:lvl6pPr>
            <a:lvl7pPr marL="749808" indent="-130175" defTabSz="895350" fontAlgn="base">
              <a:spcBef>
                <a:spcPct val="0"/>
              </a:spcBef>
              <a:spcAft>
                <a:spcPct val="0"/>
              </a:spcAft>
              <a:buClr>
                <a:schemeClr val="tx2"/>
              </a:buClr>
              <a:buSzPct val="89000"/>
              <a:buFont typeface="Arial" charset="0"/>
              <a:buChar char="-"/>
              <a:defRPr kumimoji="1" baseline="0">
                <a:latin typeface="+mn-lt"/>
              </a:defRPr>
            </a:lvl7pPr>
            <a:lvl8pPr marL="749808" indent="-130175" defTabSz="895350" fontAlgn="base">
              <a:spcBef>
                <a:spcPct val="0"/>
              </a:spcBef>
              <a:spcAft>
                <a:spcPct val="0"/>
              </a:spcAft>
              <a:buClr>
                <a:schemeClr val="tx2"/>
              </a:buClr>
              <a:buSzPct val="89000"/>
              <a:buFont typeface="Arial" charset="0"/>
              <a:buChar char="-"/>
              <a:defRPr kumimoji="1" baseline="0">
                <a:latin typeface="+mn-lt"/>
              </a:defRPr>
            </a:lvl8pPr>
            <a:lvl9pPr marL="749808" indent="-130175" defTabSz="895350" fontAlgn="base">
              <a:spcBef>
                <a:spcPct val="0"/>
              </a:spcBef>
              <a:spcAft>
                <a:spcPct val="0"/>
              </a:spcAft>
              <a:buClr>
                <a:schemeClr val="tx2"/>
              </a:buClr>
              <a:buSzPct val="89000"/>
              <a:buFont typeface="Arial" charset="0"/>
              <a:buChar char="-"/>
              <a:defRPr kumimoji="1" baseline="0">
                <a:latin typeface="+mn-lt"/>
              </a:defRPr>
            </a:lvl9pPr>
          </a:lstStyle>
          <a:p>
            <a:pPr marL="0" lvl="0" indent="-614363">
              <a:buNone/>
            </a:pPr>
            <a:r>
              <a:rPr lang="ja-JP" altLang="en-US" sz="1600" b="1" baseline="0" dirty="0">
                <a:latin typeface="+mj-ea"/>
                <a:ea typeface="+mj-ea"/>
              </a:rPr>
              <a:t>提議の意義</a:t>
            </a:r>
          </a:p>
        </p:txBody>
      </p:sp>
      <p:sp>
        <p:nvSpPr>
          <p:cNvPr id="26" name="Rectangle 21">
            <a:extLst>
              <a:ext uri="{FF2B5EF4-FFF2-40B4-BE49-F238E27FC236}">
                <a16:creationId xmlns:a16="http://schemas.microsoft.com/office/drawing/2014/main" id="{2D93D308-4B39-6622-8FF7-748F341F71C4}"/>
              </a:ext>
            </a:extLst>
          </p:cNvPr>
          <p:cNvSpPr>
            <a:spLocks/>
          </p:cNvSpPr>
          <p:nvPr userDrawn="1"/>
        </p:nvSpPr>
        <p:spPr>
          <a:xfrm>
            <a:off x="2993446" y="1958400"/>
            <a:ext cx="2412000" cy="4608000"/>
          </a:xfrm>
          <a:prstGeom prst="rect">
            <a:avLst/>
          </a:prstGeom>
          <a:noFill/>
          <a:ln w="190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nchorCtr="0">
            <a:noAutofit/>
          </a:bodyPr>
          <a:lstStyle/>
          <a:p>
            <a:endParaRPr lang="en-US" altLang="ja-JP" sz="1400" dirty="0">
              <a:solidFill>
                <a:schemeClr val="accent6"/>
              </a:solidFill>
              <a:latin typeface="Yu Gothic Medium" panose="020B0400000000000000" pitchFamily="34" charset="-128"/>
              <a:ea typeface="Yu Gothic Medium" panose="020B0400000000000000" pitchFamily="34" charset="-128"/>
            </a:endParaRPr>
          </a:p>
          <a:p>
            <a:endParaRPr lang="en-US" sz="1400" dirty="0">
              <a:solidFill>
                <a:schemeClr val="accent6"/>
              </a:solidFill>
              <a:latin typeface="Yu Gothic Medium" panose="020B0400000000000000" pitchFamily="34" charset="-128"/>
              <a:ea typeface="Yu Gothic Medium" panose="020B0400000000000000" pitchFamily="34" charset="-128"/>
            </a:endParaRPr>
          </a:p>
        </p:txBody>
      </p:sp>
      <p:sp>
        <p:nvSpPr>
          <p:cNvPr id="27" name="Rectangle 21">
            <a:extLst>
              <a:ext uri="{FF2B5EF4-FFF2-40B4-BE49-F238E27FC236}">
                <a16:creationId xmlns:a16="http://schemas.microsoft.com/office/drawing/2014/main" id="{01D04F76-E453-C628-E9B8-7F1B94305BA9}"/>
              </a:ext>
            </a:extLst>
          </p:cNvPr>
          <p:cNvSpPr>
            <a:spLocks/>
          </p:cNvSpPr>
          <p:nvPr userDrawn="1"/>
        </p:nvSpPr>
        <p:spPr>
          <a:xfrm>
            <a:off x="5608800" y="1958400"/>
            <a:ext cx="6228000" cy="4608000"/>
          </a:xfrm>
          <a:prstGeom prst="rect">
            <a:avLst/>
          </a:prstGeom>
          <a:noFill/>
          <a:ln w="190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t" anchorCtr="0">
            <a:noAutofit/>
          </a:bodyPr>
          <a:lstStyle/>
          <a:p>
            <a:endParaRPr lang="en-US" altLang="ja-JP" sz="1400" dirty="0">
              <a:solidFill>
                <a:schemeClr val="accent6"/>
              </a:solidFill>
              <a:latin typeface="Yu Gothic Medium" panose="020B0400000000000000" pitchFamily="34" charset="-128"/>
              <a:ea typeface="Yu Gothic Medium" panose="020B0400000000000000" pitchFamily="34" charset="-128"/>
            </a:endParaRPr>
          </a:p>
          <a:p>
            <a:endParaRPr lang="en-US" sz="1400" dirty="0">
              <a:solidFill>
                <a:schemeClr val="accent6"/>
              </a:solidFill>
              <a:latin typeface="Yu Gothic Medium" panose="020B0400000000000000" pitchFamily="34" charset="-128"/>
              <a:ea typeface="Yu Gothic Medium" panose="020B0400000000000000" pitchFamily="34" charset="-128"/>
            </a:endParaRPr>
          </a:p>
        </p:txBody>
      </p:sp>
      <p:sp>
        <p:nvSpPr>
          <p:cNvPr id="28" name="スライド番号プレースホルダー 5">
            <a:extLst>
              <a:ext uri="{FF2B5EF4-FFF2-40B4-BE49-F238E27FC236}">
                <a16:creationId xmlns:a16="http://schemas.microsoft.com/office/drawing/2014/main" id="{CEFD80A4-0596-D0BB-9C36-6C0A9257BB8E}"/>
              </a:ext>
            </a:extLst>
          </p:cNvPr>
          <p:cNvSpPr txBox="1">
            <a:spLocks/>
          </p:cNvSpPr>
          <p:nvPr userDrawn="1"/>
        </p:nvSpPr>
        <p:spPr>
          <a:xfrm>
            <a:off x="11484000" y="6559200"/>
            <a:ext cx="478800" cy="183600"/>
          </a:xfrm>
          <a:prstGeom prst="rect">
            <a:avLst/>
          </a:prstGeom>
        </p:spPr>
        <p:txBody>
          <a:bodyPr vert="horz" lIns="0" tIns="0" rIns="0" bIns="0" rtlCol="0" anchor="b" anchorCtr="0"/>
          <a:lstStyle>
            <a:defPPr>
              <a:defRPr lang="ja-JP"/>
            </a:defPPr>
            <a:lvl1pPr marL="0" algn="r"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C9501D51-7DA7-48EE-8162-0BA25BDBE735}" type="slidenum">
              <a:rPr lang="ja-JP" altLang="en-US" smtClean="0"/>
              <a:pPr/>
              <a:t>‹#›</a:t>
            </a:fld>
            <a:endParaRPr lang="ja-JP" altLang="en-US" dirty="0"/>
          </a:p>
        </p:txBody>
      </p:sp>
    </p:spTree>
    <p:extLst>
      <p:ext uri="{BB962C8B-B14F-4D97-AF65-F5344CB8AC3E}">
        <p14:creationId xmlns:p14="http://schemas.microsoft.com/office/powerpoint/2010/main" val="195507692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8　裏表紙_End">
    <p:spTree>
      <p:nvGrpSpPr>
        <p:cNvPr id="1" name=""/>
        <p:cNvGrpSpPr/>
        <p:nvPr/>
      </p:nvGrpSpPr>
      <p:grpSpPr>
        <a:xfrm>
          <a:off x="0" y="0"/>
          <a:ext cx="0" cy="0"/>
          <a:chOff x="0" y="0"/>
          <a:chExt cx="0" cy="0"/>
        </a:xfrm>
      </p:grpSpPr>
      <p:pic>
        <p:nvPicPr>
          <p:cNvPr id="12" name="図 11" descr="背景パターン&#10;&#10;AI によって生成されたコンテンツは間違っている可能性があります。">
            <a:extLst>
              <a:ext uri="{FF2B5EF4-FFF2-40B4-BE49-F238E27FC236}">
                <a16:creationId xmlns:a16="http://schemas.microsoft.com/office/drawing/2014/main" id="{F8DB7130-6B19-BCB0-E404-AE03544ED06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
            <a:ext cx="12192000" cy="6857619"/>
          </a:xfrm>
          <a:prstGeom prst="rect">
            <a:avLst/>
          </a:prstGeom>
        </p:spPr>
      </p:pic>
      <p:pic>
        <p:nvPicPr>
          <p:cNvPr id="5" name="図 4" descr="テキスト">
            <a:extLst>
              <a:ext uri="{FF2B5EF4-FFF2-40B4-BE49-F238E27FC236}">
                <a16:creationId xmlns:a16="http://schemas.microsoft.com/office/drawing/2014/main" id="{8B10AAEA-F4A4-2375-3DE0-C55B12780CB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96000" y="288000"/>
            <a:ext cx="2340000" cy="959016"/>
          </a:xfrm>
          <a:prstGeom prst="rect">
            <a:avLst/>
          </a:prstGeom>
        </p:spPr>
      </p:pic>
      <p:sp>
        <p:nvSpPr>
          <p:cNvPr id="3" name="タイトル 1">
            <a:extLst>
              <a:ext uri="{FF2B5EF4-FFF2-40B4-BE49-F238E27FC236}">
                <a16:creationId xmlns:a16="http://schemas.microsoft.com/office/drawing/2014/main" id="{4F494162-47CB-5F51-6215-0C8925796888}"/>
              </a:ext>
            </a:extLst>
          </p:cNvPr>
          <p:cNvSpPr txBox="1">
            <a:spLocks/>
          </p:cNvSpPr>
          <p:nvPr userDrawn="1"/>
        </p:nvSpPr>
        <p:spPr>
          <a:xfrm>
            <a:off x="882000" y="2181600"/>
            <a:ext cx="3737974" cy="323165"/>
          </a:xfrm>
          <a:prstGeom prst="rect">
            <a:avLst/>
          </a:prstGeom>
        </p:spPr>
        <p:txBody>
          <a:bodyPr wrap="square" lIns="0" tIns="0" rIns="0" bIns="0">
            <a:spAutoFit/>
          </a:bodyPr>
          <a:lstStyle>
            <a:lvl1pPr algn="l" rtl="0" eaLnBrk="1" fontAlgn="auto" hangingPunct="1">
              <a:lnSpc>
                <a:spcPct val="90000"/>
              </a:lnSpc>
              <a:spcBef>
                <a:spcPct val="0"/>
              </a:spcBef>
              <a:spcAft>
                <a:spcPct val="0"/>
              </a:spcAft>
              <a:defRPr kumimoji="1" sz="2400" b="1" kern="1200" baseline="0">
                <a:solidFill>
                  <a:schemeClr val="tx1"/>
                </a:solidFill>
                <a:latin typeface="+mj-lt"/>
                <a:ea typeface="+mj-ea"/>
                <a:cs typeface="+mj-cs"/>
              </a:defRPr>
            </a:lvl1pPr>
            <a:lvl2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2pPr>
            <a:lvl3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3pPr>
            <a:lvl4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4pPr>
            <a:lvl5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5pPr>
            <a:lvl6pPr marL="4572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6pPr>
            <a:lvl7pPr marL="9144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7pPr>
            <a:lvl8pPr marL="13716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8pPr>
            <a:lvl9pPr marL="18288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9pPr>
          </a:lstStyle>
          <a:p>
            <a:pPr algn="ctr">
              <a:lnSpc>
                <a:spcPct val="100000"/>
              </a:lnSpc>
            </a:pPr>
            <a:r>
              <a:rPr lang="ja-JP" altLang="en-US" sz="2100" b="0" dirty="0">
                <a:solidFill>
                  <a:schemeClr val="tx2"/>
                </a:solidFill>
                <a:latin typeface="+mn-ea"/>
                <a:ea typeface="+mn-ea"/>
              </a:rPr>
              <a:t>ご清聴ありがとうございました</a:t>
            </a:r>
          </a:p>
        </p:txBody>
      </p:sp>
      <p:sp>
        <p:nvSpPr>
          <p:cNvPr id="4" name="タイトル 1">
            <a:extLst>
              <a:ext uri="{FF2B5EF4-FFF2-40B4-BE49-F238E27FC236}">
                <a16:creationId xmlns:a16="http://schemas.microsoft.com/office/drawing/2014/main" id="{0825E6D0-B870-430C-C3D0-76626F7D7DA7}"/>
              </a:ext>
            </a:extLst>
          </p:cNvPr>
          <p:cNvSpPr txBox="1">
            <a:spLocks/>
          </p:cNvSpPr>
          <p:nvPr userDrawn="1"/>
        </p:nvSpPr>
        <p:spPr>
          <a:xfrm>
            <a:off x="792000" y="2541600"/>
            <a:ext cx="3928961" cy="954107"/>
          </a:xfrm>
          <a:prstGeom prst="rect">
            <a:avLst/>
          </a:prstGeom>
        </p:spPr>
        <p:txBody>
          <a:bodyPr wrap="square" lIns="0" tIns="0" rIns="0" bIns="0">
            <a:spAutoFit/>
          </a:bodyPr>
          <a:lstStyle>
            <a:lvl1pPr algn="l" rtl="0" eaLnBrk="1" fontAlgn="auto" hangingPunct="1">
              <a:lnSpc>
                <a:spcPct val="90000"/>
              </a:lnSpc>
              <a:spcBef>
                <a:spcPct val="0"/>
              </a:spcBef>
              <a:spcAft>
                <a:spcPct val="0"/>
              </a:spcAft>
              <a:defRPr kumimoji="1" sz="2400" b="1" kern="1200" baseline="0">
                <a:solidFill>
                  <a:schemeClr val="tx1"/>
                </a:solidFill>
                <a:latin typeface="+mj-lt"/>
                <a:ea typeface="+mj-ea"/>
                <a:cs typeface="+mj-cs"/>
              </a:defRPr>
            </a:lvl1pPr>
            <a:lvl2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2pPr>
            <a:lvl3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3pPr>
            <a:lvl4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4pPr>
            <a:lvl5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5pPr>
            <a:lvl6pPr marL="4572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6pPr>
            <a:lvl7pPr marL="9144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7pPr>
            <a:lvl8pPr marL="13716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8pPr>
            <a:lvl9pPr marL="18288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9pPr>
          </a:lstStyle>
          <a:p>
            <a:pPr algn="ctr">
              <a:lnSpc>
                <a:spcPct val="100000"/>
              </a:lnSpc>
            </a:pPr>
            <a:r>
              <a:rPr lang="en-US" altLang="ja-JP" sz="6200" b="0" dirty="0">
                <a:solidFill>
                  <a:schemeClr val="tx2"/>
                </a:solidFill>
                <a:latin typeface="+mn-lt"/>
                <a:ea typeface="Yu Gothic Medium" panose="020B0400000000000000" pitchFamily="34" charset="-128"/>
                <a:cs typeface="Arial" panose="020B0604020202020204" pitchFamily="34" charset="0"/>
              </a:rPr>
              <a:t>Thank You</a:t>
            </a:r>
            <a:endParaRPr lang="ja-JP" altLang="en-US" sz="6200" b="0" dirty="0">
              <a:solidFill>
                <a:schemeClr val="tx2"/>
              </a:solidFill>
              <a:latin typeface="+mn-lt"/>
              <a:ea typeface="Yu Gothic Medium" panose="020B0400000000000000" pitchFamily="34" charset="-128"/>
              <a:cs typeface="Arial" panose="020B0604020202020204" pitchFamily="34" charset="0"/>
            </a:endParaRPr>
          </a:p>
        </p:txBody>
      </p:sp>
      <p:sp>
        <p:nvSpPr>
          <p:cNvPr id="6" name="タイトル 1">
            <a:extLst>
              <a:ext uri="{FF2B5EF4-FFF2-40B4-BE49-F238E27FC236}">
                <a16:creationId xmlns:a16="http://schemas.microsoft.com/office/drawing/2014/main" id="{16F68E02-5570-38D0-94CE-77FA4E7A88C2}"/>
              </a:ext>
            </a:extLst>
          </p:cNvPr>
          <p:cNvSpPr txBox="1">
            <a:spLocks/>
          </p:cNvSpPr>
          <p:nvPr userDrawn="1"/>
        </p:nvSpPr>
        <p:spPr>
          <a:xfrm>
            <a:off x="936000" y="4161795"/>
            <a:ext cx="3737974" cy="153888"/>
          </a:xfrm>
          <a:prstGeom prst="rect">
            <a:avLst/>
          </a:prstGeom>
        </p:spPr>
        <p:txBody>
          <a:bodyPr wrap="square" lIns="0" tIns="0" rIns="0" bIns="0">
            <a:spAutoFit/>
          </a:bodyPr>
          <a:lstStyle>
            <a:lvl1pPr algn="l" rtl="0" eaLnBrk="1" fontAlgn="auto" hangingPunct="1">
              <a:lnSpc>
                <a:spcPct val="90000"/>
              </a:lnSpc>
              <a:spcBef>
                <a:spcPct val="0"/>
              </a:spcBef>
              <a:spcAft>
                <a:spcPct val="0"/>
              </a:spcAft>
              <a:defRPr kumimoji="1" sz="2400" b="1" kern="1200" baseline="0">
                <a:solidFill>
                  <a:schemeClr val="tx1"/>
                </a:solidFill>
                <a:latin typeface="+mj-lt"/>
                <a:ea typeface="+mj-ea"/>
                <a:cs typeface="+mj-cs"/>
              </a:defRPr>
            </a:lvl1pPr>
            <a:lvl2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2pPr>
            <a:lvl3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3pPr>
            <a:lvl4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4pPr>
            <a:lvl5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5pPr>
            <a:lvl6pPr marL="4572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6pPr>
            <a:lvl7pPr marL="9144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7pPr>
            <a:lvl8pPr marL="13716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8pPr>
            <a:lvl9pPr marL="18288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9pPr>
          </a:lstStyle>
          <a:p>
            <a:pPr>
              <a:lnSpc>
                <a:spcPct val="100000"/>
              </a:lnSpc>
            </a:pPr>
            <a:r>
              <a:rPr lang="ja-JP" altLang="en-US" sz="1000" b="0" dirty="0">
                <a:solidFill>
                  <a:schemeClr val="tx2"/>
                </a:solidFill>
                <a:latin typeface="+mn-ea"/>
                <a:ea typeface="+mn-ea"/>
              </a:rPr>
              <a:t>古河電工グループ</a:t>
            </a:r>
            <a:r>
              <a:rPr lang="en-US" altLang="ja-JP" sz="1000" b="0" dirty="0">
                <a:solidFill>
                  <a:schemeClr val="tx2"/>
                </a:solidFill>
                <a:latin typeface="+mn-ea"/>
                <a:ea typeface="+mn-ea"/>
              </a:rPr>
              <a:t> </a:t>
            </a:r>
            <a:r>
              <a:rPr lang="ja-JP" altLang="en-US" sz="1000" b="0" dirty="0">
                <a:solidFill>
                  <a:schemeClr val="tx2"/>
                </a:solidFill>
                <a:latin typeface="+mn-ea"/>
                <a:ea typeface="+mn-ea"/>
              </a:rPr>
              <a:t>パーパス</a:t>
            </a:r>
          </a:p>
        </p:txBody>
      </p:sp>
      <p:pic>
        <p:nvPicPr>
          <p:cNvPr id="8" name="図 7" descr="テキスト&#10;&#10;AI によって生成されたコンテンツは間違っている可能性があります。">
            <a:extLst>
              <a:ext uri="{FF2B5EF4-FFF2-40B4-BE49-F238E27FC236}">
                <a16:creationId xmlns:a16="http://schemas.microsoft.com/office/drawing/2014/main" id="{49F20880-845A-9AC3-185D-D5A169561DB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64000" y="4521600"/>
            <a:ext cx="2902513" cy="925200"/>
          </a:xfrm>
          <a:prstGeom prst="rect">
            <a:avLst/>
          </a:prstGeom>
          <a:ln>
            <a:noFill/>
          </a:ln>
        </p:spPr>
      </p:pic>
      <p:pic>
        <p:nvPicPr>
          <p:cNvPr id="7" name="図 6">
            <a:hlinkClick r:id="rId5"/>
            <a:extLst>
              <a:ext uri="{FF2B5EF4-FFF2-40B4-BE49-F238E27FC236}">
                <a16:creationId xmlns:a16="http://schemas.microsoft.com/office/drawing/2014/main" id="{0DB9235D-4DBF-2CEB-68D4-1543B629A200}"/>
              </a:ext>
            </a:extLst>
          </p:cNvPr>
          <p:cNvPicPr>
            <a:picLocks noChangeAspect="1"/>
          </p:cNvPicPr>
          <p:nvPr userDrawn="1"/>
        </p:nvPicPr>
        <p:blipFill>
          <a:blip r:embed="rId6" cstate="hqprint">
            <a:extLst>
              <a:ext uri="{28A0092B-C50C-407E-A947-70E740481C1C}">
                <a14:useLocalDpi xmlns:a14="http://schemas.microsoft.com/office/drawing/2010/main"/>
              </a:ext>
            </a:extLst>
          </a:blip>
          <a:srcRect/>
          <a:stretch/>
        </p:blipFill>
        <p:spPr>
          <a:xfrm>
            <a:off x="4068000" y="4932000"/>
            <a:ext cx="522000" cy="522000"/>
          </a:xfrm>
          <a:prstGeom prst="rect">
            <a:avLst/>
          </a:prstGeom>
        </p:spPr>
      </p:pic>
      <p:sp>
        <p:nvSpPr>
          <p:cNvPr id="2" name="正方形/長方形 1">
            <a:hlinkClick r:id="rId5"/>
            <a:extLst>
              <a:ext uri="{FF2B5EF4-FFF2-40B4-BE49-F238E27FC236}">
                <a16:creationId xmlns:a16="http://schemas.microsoft.com/office/drawing/2014/main" id="{1738EDF9-3531-65AC-92D0-92E4523BCA7A}"/>
              </a:ext>
            </a:extLst>
          </p:cNvPr>
          <p:cNvSpPr/>
          <p:nvPr userDrawn="1"/>
        </p:nvSpPr>
        <p:spPr>
          <a:xfrm>
            <a:off x="576000" y="3816000"/>
            <a:ext cx="4860000" cy="1980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solidFill>
                <a:schemeClr val="tx1"/>
              </a:solidFill>
            </a:endParaRPr>
          </a:p>
        </p:txBody>
      </p:sp>
    </p:spTree>
    <p:extLst>
      <p:ext uri="{BB962C8B-B14F-4D97-AF65-F5344CB8AC3E}">
        <p14:creationId xmlns:p14="http://schemas.microsoft.com/office/powerpoint/2010/main" val="2538106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9　裏表紙（英語）_End（English）">
    <p:spTree>
      <p:nvGrpSpPr>
        <p:cNvPr id="1" name=""/>
        <p:cNvGrpSpPr/>
        <p:nvPr/>
      </p:nvGrpSpPr>
      <p:grpSpPr>
        <a:xfrm>
          <a:off x="0" y="0"/>
          <a:ext cx="0" cy="0"/>
          <a:chOff x="0" y="0"/>
          <a:chExt cx="0" cy="0"/>
        </a:xfrm>
      </p:grpSpPr>
      <p:pic>
        <p:nvPicPr>
          <p:cNvPr id="12" name="図 11" descr="背景パターン&#10;&#10;AI によって生成されたコンテンツは間違っている可能性があります。">
            <a:extLst>
              <a:ext uri="{FF2B5EF4-FFF2-40B4-BE49-F238E27FC236}">
                <a16:creationId xmlns:a16="http://schemas.microsoft.com/office/drawing/2014/main" id="{C77AFD67-3B81-A30B-8E94-0ED8AEB956F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
            <a:ext cx="12192000" cy="6857619"/>
          </a:xfrm>
          <a:prstGeom prst="rect">
            <a:avLst/>
          </a:prstGeom>
        </p:spPr>
      </p:pic>
      <p:pic>
        <p:nvPicPr>
          <p:cNvPr id="5" name="図 4" descr="テキスト">
            <a:extLst>
              <a:ext uri="{FF2B5EF4-FFF2-40B4-BE49-F238E27FC236}">
                <a16:creationId xmlns:a16="http://schemas.microsoft.com/office/drawing/2014/main" id="{8B10AAEA-F4A4-2375-3DE0-C55B12780CB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96000" y="288000"/>
            <a:ext cx="2340000" cy="959016"/>
          </a:xfrm>
          <a:prstGeom prst="rect">
            <a:avLst/>
          </a:prstGeom>
        </p:spPr>
      </p:pic>
      <p:sp>
        <p:nvSpPr>
          <p:cNvPr id="3" name="タイトル 1">
            <a:extLst>
              <a:ext uri="{FF2B5EF4-FFF2-40B4-BE49-F238E27FC236}">
                <a16:creationId xmlns:a16="http://schemas.microsoft.com/office/drawing/2014/main" id="{8670698F-B138-70C0-32E5-C7432BD2A6E9}"/>
              </a:ext>
            </a:extLst>
          </p:cNvPr>
          <p:cNvSpPr txBox="1">
            <a:spLocks/>
          </p:cNvSpPr>
          <p:nvPr userDrawn="1"/>
        </p:nvSpPr>
        <p:spPr>
          <a:xfrm>
            <a:off x="792000" y="2541600"/>
            <a:ext cx="3928961" cy="954107"/>
          </a:xfrm>
          <a:prstGeom prst="rect">
            <a:avLst/>
          </a:prstGeom>
        </p:spPr>
        <p:txBody>
          <a:bodyPr wrap="square" lIns="0" tIns="0" rIns="0" bIns="0">
            <a:spAutoFit/>
          </a:bodyPr>
          <a:lstStyle>
            <a:lvl1pPr algn="l" rtl="0" eaLnBrk="1" fontAlgn="auto" hangingPunct="1">
              <a:lnSpc>
                <a:spcPct val="90000"/>
              </a:lnSpc>
              <a:spcBef>
                <a:spcPct val="0"/>
              </a:spcBef>
              <a:spcAft>
                <a:spcPct val="0"/>
              </a:spcAft>
              <a:defRPr kumimoji="1" sz="2400" b="1" kern="1200" baseline="0">
                <a:solidFill>
                  <a:schemeClr val="tx1"/>
                </a:solidFill>
                <a:latin typeface="+mj-lt"/>
                <a:ea typeface="+mj-ea"/>
                <a:cs typeface="+mj-cs"/>
              </a:defRPr>
            </a:lvl1pPr>
            <a:lvl2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2pPr>
            <a:lvl3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3pPr>
            <a:lvl4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4pPr>
            <a:lvl5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5pPr>
            <a:lvl6pPr marL="4572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6pPr>
            <a:lvl7pPr marL="9144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7pPr>
            <a:lvl8pPr marL="13716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8pPr>
            <a:lvl9pPr marL="18288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9pPr>
          </a:lstStyle>
          <a:p>
            <a:pPr algn="ctr">
              <a:lnSpc>
                <a:spcPct val="100000"/>
              </a:lnSpc>
            </a:pPr>
            <a:r>
              <a:rPr lang="en-US" altLang="ja-JP" sz="6200" b="0" dirty="0">
                <a:solidFill>
                  <a:schemeClr val="tx2"/>
                </a:solidFill>
                <a:latin typeface="+mn-lt"/>
                <a:ea typeface="Yu Gothic Medium" panose="020B0400000000000000" pitchFamily="34" charset="-128"/>
                <a:cs typeface="Arial" panose="020B0604020202020204" pitchFamily="34" charset="0"/>
              </a:rPr>
              <a:t>Thank You</a:t>
            </a:r>
            <a:endParaRPr lang="ja-JP" altLang="en-US" sz="6200" b="0" dirty="0">
              <a:solidFill>
                <a:schemeClr val="tx2"/>
              </a:solidFill>
              <a:latin typeface="+mn-lt"/>
              <a:ea typeface="Yu Gothic Medium" panose="020B0400000000000000" pitchFamily="34" charset="-128"/>
              <a:cs typeface="Arial" panose="020B0604020202020204" pitchFamily="34" charset="0"/>
            </a:endParaRPr>
          </a:p>
        </p:txBody>
      </p:sp>
      <p:sp>
        <p:nvSpPr>
          <p:cNvPr id="6" name="タイトル 1">
            <a:extLst>
              <a:ext uri="{FF2B5EF4-FFF2-40B4-BE49-F238E27FC236}">
                <a16:creationId xmlns:a16="http://schemas.microsoft.com/office/drawing/2014/main" id="{B7A2D44C-6CEF-56A5-C1DA-91C48D1EFDE5}"/>
              </a:ext>
            </a:extLst>
          </p:cNvPr>
          <p:cNvSpPr txBox="1">
            <a:spLocks/>
          </p:cNvSpPr>
          <p:nvPr userDrawn="1"/>
        </p:nvSpPr>
        <p:spPr>
          <a:xfrm>
            <a:off x="936000" y="4161600"/>
            <a:ext cx="3737974" cy="153888"/>
          </a:xfrm>
          <a:prstGeom prst="rect">
            <a:avLst/>
          </a:prstGeom>
        </p:spPr>
        <p:txBody>
          <a:bodyPr wrap="square" lIns="0" tIns="0" rIns="0" bIns="0">
            <a:spAutoFit/>
          </a:bodyPr>
          <a:lstStyle>
            <a:lvl1pPr algn="l" rtl="0" eaLnBrk="1" fontAlgn="auto" hangingPunct="1">
              <a:lnSpc>
                <a:spcPct val="90000"/>
              </a:lnSpc>
              <a:spcBef>
                <a:spcPct val="0"/>
              </a:spcBef>
              <a:spcAft>
                <a:spcPct val="0"/>
              </a:spcAft>
              <a:defRPr kumimoji="1" sz="2400" b="1" kern="1200" baseline="0">
                <a:solidFill>
                  <a:schemeClr val="tx1"/>
                </a:solidFill>
                <a:latin typeface="+mj-lt"/>
                <a:ea typeface="+mj-ea"/>
                <a:cs typeface="+mj-cs"/>
              </a:defRPr>
            </a:lvl1pPr>
            <a:lvl2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2pPr>
            <a:lvl3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3pPr>
            <a:lvl4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4pPr>
            <a:lvl5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5pPr>
            <a:lvl6pPr marL="4572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6pPr>
            <a:lvl7pPr marL="9144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7pPr>
            <a:lvl8pPr marL="13716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8pPr>
            <a:lvl9pPr marL="18288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9pPr>
          </a:lstStyle>
          <a:p>
            <a:pPr>
              <a:lnSpc>
                <a:spcPct val="100000"/>
              </a:lnSpc>
            </a:pPr>
            <a:r>
              <a:rPr lang="en-US" altLang="ja-JP" sz="1000" b="0" dirty="0">
                <a:solidFill>
                  <a:schemeClr val="tx2"/>
                </a:solidFill>
                <a:latin typeface="+mn-lt"/>
                <a:ea typeface="Yu Gothic Medium" panose="020B0400000000000000" pitchFamily="34" charset="-128"/>
                <a:cs typeface="Arial" panose="020B0604020202020204" pitchFamily="34" charset="0"/>
              </a:rPr>
              <a:t>FURUKAWA ELECTRIC GROUP PURPOSE</a:t>
            </a:r>
            <a:endParaRPr lang="ja-JP" altLang="en-US" sz="1000" b="0" dirty="0">
              <a:solidFill>
                <a:schemeClr val="tx2"/>
              </a:solidFill>
              <a:latin typeface="+mn-lt"/>
              <a:ea typeface="Yu Gothic Medium" panose="020B0400000000000000" pitchFamily="34" charset="-128"/>
              <a:cs typeface="Arial" panose="020B0604020202020204" pitchFamily="34" charset="0"/>
            </a:endParaRPr>
          </a:p>
        </p:txBody>
      </p:sp>
      <p:pic>
        <p:nvPicPr>
          <p:cNvPr id="8" name="図 7" descr="黒い背景に白い文字がある&#10;&#10;中程度の精度で自動的に生成された説明">
            <a:extLst>
              <a:ext uri="{FF2B5EF4-FFF2-40B4-BE49-F238E27FC236}">
                <a16:creationId xmlns:a16="http://schemas.microsoft.com/office/drawing/2014/main" id="{6486D840-D814-C460-3C50-CCC7492ADF1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00000" y="4572000"/>
            <a:ext cx="3415135" cy="864000"/>
          </a:xfrm>
          <a:prstGeom prst="rect">
            <a:avLst/>
          </a:prstGeom>
        </p:spPr>
      </p:pic>
      <p:pic>
        <p:nvPicPr>
          <p:cNvPr id="2" name="図 1">
            <a:hlinkClick r:id="rId5"/>
            <a:extLst>
              <a:ext uri="{FF2B5EF4-FFF2-40B4-BE49-F238E27FC236}">
                <a16:creationId xmlns:a16="http://schemas.microsoft.com/office/drawing/2014/main" id="{34E918CA-05A9-6A7F-32FC-0B99B8EFB975}"/>
              </a:ext>
            </a:extLst>
          </p:cNvPr>
          <p:cNvPicPr>
            <a:picLocks noChangeAspect="1"/>
          </p:cNvPicPr>
          <p:nvPr userDrawn="1"/>
        </p:nvPicPr>
        <p:blipFill>
          <a:blip r:embed="rId6" cstate="hqprint">
            <a:extLst>
              <a:ext uri="{28A0092B-C50C-407E-A947-70E740481C1C}">
                <a14:useLocalDpi xmlns:a14="http://schemas.microsoft.com/office/drawing/2010/main"/>
              </a:ext>
            </a:extLst>
          </a:blip>
          <a:srcRect/>
          <a:stretch/>
        </p:blipFill>
        <p:spPr>
          <a:xfrm>
            <a:off x="4572000" y="4896000"/>
            <a:ext cx="522000" cy="522000"/>
          </a:xfrm>
          <a:prstGeom prst="rect">
            <a:avLst/>
          </a:prstGeom>
        </p:spPr>
      </p:pic>
      <p:sp>
        <p:nvSpPr>
          <p:cNvPr id="4" name="正方形/長方形 3">
            <a:hlinkClick r:id="rId5"/>
            <a:extLst>
              <a:ext uri="{FF2B5EF4-FFF2-40B4-BE49-F238E27FC236}">
                <a16:creationId xmlns:a16="http://schemas.microsoft.com/office/drawing/2014/main" id="{04D8E296-E67C-CC91-3EA4-C294D6C38FE1}"/>
              </a:ext>
            </a:extLst>
          </p:cNvPr>
          <p:cNvSpPr/>
          <p:nvPr userDrawn="1"/>
        </p:nvSpPr>
        <p:spPr>
          <a:xfrm>
            <a:off x="576000" y="3816000"/>
            <a:ext cx="4860000" cy="198000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solidFill>
                <a:schemeClr val="tx1"/>
              </a:solidFill>
            </a:endParaRPr>
          </a:p>
        </p:txBody>
      </p:sp>
    </p:spTree>
    <p:extLst>
      <p:ext uri="{BB962C8B-B14F-4D97-AF65-F5344CB8AC3E}">
        <p14:creationId xmlns:p14="http://schemas.microsoft.com/office/powerpoint/2010/main" val="3169928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2691FFE-0EAB-8F7D-0458-318D301D9A60}"/>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B68A23D2-3487-ED10-1D0B-8652164267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5B13CB85-83C0-D56A-FF11-7A45CF361AB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93CB8F4C-6BF2-4733-9690-04B62E246CD7}" type="datetime1">
              <a:rPr kumimoji="1" lang="ja-JP" altLang="en-US" smtClean="0"/>
              <a:t>2026/4/30</a:t>
            </a:fld>
            <a:endParaRPr kumimoji="1" lang="ja-JP" altLang="en-US"/>
          </a:p>
        </p:txBody>
      </p:sp>
      <p:sp>
        <p:nvSpPr>
          <p:cNvPr id="5" name="フッター プレースホルダー 4">
            <a:extLst>
              <a:ext uri="{FF2B5EF4-FFF2-40B4-BE49-F238E27FC236}">
                <a16:creationId xmlns:a16="http://schemas.microsoft.com/office/drawing/2014/main" id="{60AD503D-A122-03A8-A276-E0D12AC4C792}"/>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92FD71E3-0983-5A38-741F-BFA95AF5E33A}"/>
              </a:ext>
            </a:extLst>
          </p:cNvPr>
          <p:cNvSpPr>
            <a:spLocks noGrp="1"/>
          </p:cNvSpPr>
          <p:nvPr>
            <p:ph type="sldNum" sz="quarter" idx="4"/>
          </p:nvPr>
        </p:nvSpPr>
        <p:spPr>
          <a:xfrm>
            <a:off x="11484000" y="6559200"/>
            <a:ext cx="480000" cy="183600"/>
          </a:xfrm>
          <a:prstGeom prst="rect">
            <a:avLst/>
          </a:prstGeom>
        </p:spPr>
        <p:txBody>
          <a:bodyPr vert="horz" lIns="0" tIns="0" rIns="0" bIns="0" rtlCol="0" anchor="b" anchorCtr="0"/>
          <a:lstStyle>
            <a:lvl1pPr algn="r">
              <a:defRPr sz="1200">
                <a:solidFill>
                  <a:schemeClr val="tx1"/>
                </a:solidFill>
              </a:defRPr>
            </a:lvl1pPr>
          </a:lstStyle>
          <a:p>
            <a:fld id="{C9501D51-7DA7-48EE-8162-0BA25BDBE735}" type="slidenum">
              <a:rPr lang="ja-JP" altLang="en-US" smtClean="0"/>
              <a:pPr/>
              <a:t>‹#›</a:t>
            </a:fld>
            <a:endParaRPr lang="ja-JP" altLang="en-US" dirty="0"/>
          </a:p>
        </p:txBody>
      </p:sp>
    </p:spTree>
    <p:extLst>
      <p:ext uri="{BB962C8B-B14F-4D97-AF65-F5344CB8AC3E}">
        <p14:creationId xmlns:p14="http://schemas.microsoft.com/office/powerpoint/2010/main" val="15735524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hdr="0" ftr="0" dt="0"/>
  <p:txStyles>
    <p:titleStyle>
      <a:lvl1pPr algn="l" defTabSz="685800" rtl="0" eaLnBrk="1" latinLnBrk="0" hangingPunct="1">
        <a:lnSpc>
          <a:spcPct val="90000"/>
        </a:lnSpc>
        <a:spcBef>
          <a:spcPct val="0"/>
        </a:spcBef>
        <a:buNone/>
        <a:defRPr kumimoji="1" sz="33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20">
          <p15:clr>
            <a:srgbClr val="5ACBF0"/>
          </p15:clr>
        </p15:guide>
        <p15:guide id="3" pos="7469">
          <p15:clr>
            <a:srgbClr val="5ACBF0"/>
          </p15:clr>
        </p15:guide>
        <p15:guide id="4" orient="horz" pos="4136">
          <p15:clr>
            <a:srgbClr val="5ACBF0"/>
          </p15:clr>
        </p15:guide>
        <p15:guide id="6" pos="225">
          <p15:clr>
            <a:srgbClr val="5ACBF0"/>
          </p15:clr>
        </p15:guide>
        <p15:guide id="7" orient="horz" pos="119">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C7A08-3802-E8CF-AE4F-F57EB0E0497A}"/>
            </a:ext>
          </a:extLst>
        </p:cNvPr>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ABA24E2E-2320-7E5A-4D84-1C9D3E503DF9}"/>
              </a:ext>
            </a:extLst>
          </p:cNvPr>
          <p:cNvGraphicFramePr>
            <a:graphicFrameLocks noGrp="1"/>
          </p:cNvGraphicFramePr>
          <p:nvPr/>
        </p:nvGraphicFramePr>
        <p:xfrm>
          <a:off x="7575178" y="5610100"/>
          <a:ext cx="3766836" cy="1112520"/>
        </p:xfrm>
        <a:graphic>
          <a:graphicData uri="http://schemas.openxmlformats.org/drawingml/2006/table">
            <a:tbl>
              <a:tblPr firstRow="1" bandRow="1">
                <a:tableStyleId>{5940675A-B579-460E-94D1-54222C63F5DA}</a:tableStyleId>
              </a:tblPr>
              <a:tblGrid>
                <a:gridCol w="662616">
                  <a:extLst>
                    <a:ext uri="{9D8B030D-6E8A-4147-A177-3AD203B41FA5}">
                      <a16:colId xmlns:a16="http://schemas.microsoft.com/office/drawing/2014/main" val="633961050"/>
                    </a:ext>
                  </a:extLst>
                </a:gridCol>
                <a:gridCol w="1494495">
                  <a:extLst>
                    <a:ext uri="{9D8B030D-6E8A-4147-A177-3AD203B41FA5}">
                      <a16:colId xmlns:a16="http://schemas.microsoft.com/office/drawing/2014/main" val="3127380667"/>
                    </a:ext>
                  </a:extLst>
                </a:gridCol>
                <a:gridCol w="1609725">
                  <a:extLst>
                    <a:ext uri="{9D8B030D-6E8A-4147-A177-3AD203B41FA5}">
                      <a16:colId xmlns:a16="http://schemas.microsoft.com/office/drawing/2014/main" val="3251767334"/>
                    </a:ext>
                  </a:extLst>
                </a:gridCol>
              </a:tblGrid>
              <a:tr h="370840">
                <a:tc>
                  <a:txBody>
                    <a:bodyPr/>
                    <a:lstStyle/>
                    <a:p>
                      <a:pPr algn="ctr"/>
                      <a:endParaRPr kumimoji="1" lang="ja-JP" altLang="en-US" sz="1400" dirty="0"/>
                    </a:p>
                  </a:txBody>
                  <a:tcPr anchor="ctr">
                    <a:noFill/>
                  </a:tcPr>
                </a:tc>
                <a:tc>
                  <a:txBody>
                    <a:bodyPr/>
                    <a:lstStyle/>
                    <a:p>
                      <a:pPr algn="ctr"/>
                      <a:r>
                        <a:rPr kumimoji="1" lang="en-US" altLang="ja-JP" sz="1400" dirty="0"/>
                        <a:t>1998/6</a:t>
                      </a:r>
                      <a:r>
                        <a:rPr kumimoji="1" lang="ja-JP" altLang="en-US" sz="1400" dirty="0"/>
                        <a:t>～</a:t>
                      </a:r>
                      <a:r>
                        <a:rPr kumimoji="1" lang="en-US" altLang="ja-JP" sz="1400" dirty="0"/>
                        <a:t>2015/3</a:t>
                      </a:r>
                      <a:endParaRPr kumimoji="1" lang="ja-JP" altLang="en-US" sz="1400" dirty="0"/>
                    </a:p>
                  </a:txBody>
                  <a:tcPr anchor="ctr">
                    <a:noFill/>
                  </a:tcPr>
                </a:tc>
                <a:tc>
                  <a:txBody>
                    <a:bodyPr/>
                    <a:lstStyle/>
                    <a:p>
                      <a:pPr algn="ctr"/>
                      <a:r>
                        <a:rPr kumimoji="1" lang="en-US" altLang="ja-JP" sz="1400" dirty="0"/>
                        <a:t>2015/4</a:t>
                      </a:r>
                      <a:r>
                        <a:rPr kumimoji="1" lang="ja-JP" altLang="en-US" sz="1400" dirty="0"/>
                        <a:t>～</a:t>
                      </a:r>
                      <a:r>
                        <a:rPr kumimoji="1" lang="en-US" altLang="ja-JP" sz="1400" dirty="0"/>
                        <a:t>2026/3</a:t>
                      </a:r>
                      <a:endParaRPr kumimoji="1" lang="ja-JP" altLang="en-US" sz="1400" dirty="0"/>
                    </a:p>
                  </a:txBody>
                  <a:tcPr anchor="ctr">
                    <a:noFill/>
                  </a:tcPr>
                </a:tc>
                <a:extLst>
                  <a:ext uri="{0D108BD9-81ED-4DB2-BD59-A6C34878D82A}">
                    <a16:rowId xmlns:a16="http://schemas.microsoft.com/office/drawing/2014/main" val="1513831479"/>
                  </a:ext>
                </a:extLst>
              </a:tr>
              <a:tr h="370840">
                <a:tc>
                  <a:txBody>
                    <a:bodyPr/>
                    <a:lstStyle/>
                    <a:p>
                      <a:pPr algn="ctr"/>
                      <a:r>
                        <a:rPr kumimoji="1" lang="ja-JP" altLang="en-US" sz="1400" dirty="0"/>
                        <a:t>横浜</a:t>
                      </a:r>
                    </a:p>
                  </a:txBody>
                  <a:tcPr anchor="ctr">
                    <a:noFill/>
                  </a:tcPr>
                </a:tc>
                <a:tc>
                  <a:txBody>
                    <a:bodyPr/>
                    <a:lstStyle/>
                    <a:p>
                      <a:pPr algn="ctr"/>
                      <a:r>
                        <a:rPr kumimoji="1" lang="en-US" altLang="ja-JP" sz="1400" dirty="0"/>
                        <a:t>25888</a:t>
                      </a:r>
                      <a:r>
                        <a:rPr kumimoji="1" lang="ja-JP" altLang="en-US" sz="1400" dirty="0"/>
                        <a:t>件</a:t>
                      </a:r>
                    </a:p>
                  </a:txBody>
                  <a:tcPr anchor="ctr">
                    <a:noFill/>
                  </a:tcPr>
                </a:tc>
                <a:tc rowSpan="2">
                  <a:txBody>
                    <a:bodyPr/>
                    <a:lstStyle/>
                    <a:p>
                      <a:pPr algn="ctr"/>
                      <a:r>
                        <a:rPr kumimoji="1" lang="en-US" altLang="ja-JP" sz="1400" dirty="0"/>
                        <a:t>12438</a:t>
                      </a:r>
                      <a:r>
                        <a:rPr kumimoji="1" lang="ja-JP" altLang="en-US" sz="1400" dirty="0"/>
                        <a:t>件</a:t>
                      </a:r>
                    </a:p>
                  </a:txBody>
                  <a:tcPr anchor="ctr">
                    <a:noFill/>
                  </a:tcPr>
                </a:tc>
                <a:extLst>
                  <a:ext uri="{0D108BD9-81ED-4DB2-BD59-A6C34878D82A}">
                    <a16:rowId xmlns:a16="http://schemas.microsoft.com/office/drawing/2014/main" val="1945411337"/>
                  </a:ext>
                </a:extLst>
              </a:tr>
              <a:tr h="370840">
                <a:tc>
                  <a:txBody>
                    <a:bodyPr/>
                    <a:lstStyle/>
                    <a:p>
                      <a:pPr algn="ctr"/>
                      <a:r>
                        <a:rPr kumimoji="1" lang="ja-JP" altLang="en-US" sz="1400" dirty="0"/>
                        <a:t>平塚</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t>10186</a:t>
                      </a:r>
                      <a:r>
                        <a:rPr kumimoji="1" lang="ja-JP" altLang="en-US" sz="1400" dirty="0"/>
                        <a:t>件</a:t>
                      </a:r>
                    </a:p>
                  </a:txBody>
                  <a:tcPr anchor="ctr">
                    <a:noFill/>
                  </a:tcPr>
                </a:tc>
                <a:tc vMerge="1">
                  <a:txBody>
                    <a:bodyPr/>
                    <a:lstStyle/>
                    <a:p>
                      <a:endParaRPr kumimoji="1" lang="ja-JP" altLang="en-US" dirty="0"/>
                    </a:p>
                  </a:txBody>
                  <a:tcPr/>
                </a:tc>
                <a:extLst>
                  <a:ext uri="{0D108BD9-81ED-4DB2-BD59-A6C34878D82A}">
                    <a16:rowId xmlns:a16="http://schemas.microsoft.com/office/drawing/2014/main" val="2870817555"/>
                  </a:ext>
                </a:extLst>
              </a:tr>
            </a:tbl>
          </a:graphicData>
        </a:graphic>
      </p:graphicFrame>
      <p:sp>
        <p:nvSpPr>
          <p:cNvPr id="4" name="テキスト ボックス 3">
            <a:extLst>
              <a:ext uri="{FF2B5EF4-FFF2-40B4-BE49-F238E27FC236}">
                <a16:creationId xmlns:a16="http://schemas.microsoft.com/office/drawing/2014/main" id="{268B897D-462E-86A0-6098-CE8DCBBC141A}"/>
              </a:ext>
            </a:extLst>
          </p:cNvPr>
          <p:cNvSpPr txBox="1"/>
          <p:nvPr/>
        </p:nvSpPr>
        <p:spPr>
          <a:xfrm>
            <a:off x="33337" y="891708"/>
            <a:ext cx="11825287"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404040"/>
                </a:solidFill>
                <a:effectLst/>
                <a:uLnTx/>
                <a:uFillTx/>
                <a:latin typeface="Arial"/>
                <a:ea typeface="Meiryo UI"/>
                <a:cs typeface="+mn-cs"/>
              </a:rPr>
              <a:t>依頼分析の</a:t>
            </a:r>
            <a:r>
              <a:rPr kumimoji="1" lang="en-US" altLang="ja-JP" sz="1800" b="0" i="0" u="none" strike="noStrike" kern="1200" cap="none" spc="0" normalizeH="0" baseline="0" noProof="0" dirty="0">
                <a:ln>
                  <a:noFill/>
                </a:ln>
                <a:solidFill>
                  <a:srgbClr val="404040"/>
                </a:solidFill>
                <a:effectLst/>
                <a:uLnTx/>
                <a:uFillTx/>
                <a:latin typeface="Arial"/>
                <a:ea typeface="Meiryo UI"/>
                <a:cs typeface="+mn-cs"/>
              </a:rPr>
              <a:t>OA</a:t>
            </a:r>
            <a:r>
              <a:rPr kumimoji="1" lang="ja-JP" altLang="en-US" sz="1800" b="0" i="0" u="none" strike="noStrike" kern="1200" cap="none" spc="0" normalizeH="0" baseline="0" noProof="0" dirty="0">
                <a:ln>
                  <a:noFill/>
                </a:ln>
                <a:solidFill>
                  <a:srgbClr val="404040"/>
                </a:solidFill>
                <a:effectLst/>
                <a:uLnTx/>
                <a:uFillTx/>
                <a:latin typeface="Arial"/>
                <a:ea typeface="Meiryo UI"/>
                <a:cs typeface="+mn-cs"/>
              </a:rPr>
              <a:t>システムにおいて、デジタル技術を活用し、依頼受付から分析・報告に至る一連の業務プロセスの効率化を図る</a:t>
            </a:r>
            <a:endParaRPr kumimoji="1" lang="en-US" altLang="ja-JP" sz="1800" b="0" i="0" u="none" strike="noStrike" kern="1200" cap="none" spc="0" normalizeH="0" baseline="0" noProof="0" dirty="0">
              <a:ln>
                <a:noFill/>
              </a:ln>
              <a:solidFill>
                <a:srgbClr val="404040"/>
              </a:solidFill>
              <a:effectLst/>
              <a:uLnTx/>
              <a:uFillTx/>
              <a:latin typeface="Arial"/>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800" b="0" i="0" u="none" strike="noStrike" kern="1200" cap="none" spc="0" normalizeH="0" baseline="0" noProof="0" dirty="0">
              <a:ln>
                <a:noFill/>
              </a:ln>
              <a:solidFill>
                <a:srgbClr val="404040"/>
              </a:solidFill>
              <a:effectLst/>
              <a:uLnTx/>
              <a:uFillTx/>
              <a:latin typeface="Arial"/>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404040"/>
                </a:solidFill>
                <a:effectLst/>
                <a:uLnTx/>
                <a:uFillTx/>
                <a:latin typeface="Arial"/>
                <a:ea typeface="Meiryo UI"/>
                <a:cs typeface="+mn-cs"/>
              </a:rPr>
              <a:t>　①依頼書の受付登録時における人手作業を自動化することで、工数の削減および入力ミス等の低減を実現する</a:t>
            </a:r>
            <a:endParaRPr kumimoji="1" lang="en-US" altLang="ja-JP" sz="1800" b="0" i="0" u="none" strike="noStrike" kern="1200" cap="none" spc="0" normalizeH="0" baseline="0" noProof="0" dirty="0">
              <a:ln>
                <a:noFill/>
              </a:ln>
              <a:solidFill>
                <a:srgbClr val="404040"/>
              </a:solidFill>
              <a:effectLst/>
              <a:uLnTx/>
              <a:uFillTx/>
              <a:latin typeface="Arial"/>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404040"/>
                </a:solidFill>
                <a:effectLst/>
                <a:uLnTx/>
                <a:uFillTx/>
                <a:latin typeface="Arial"/>
                <a:ea typeface="Meiryo UI"/>
                <a:cs typeface="+mn-cs"/>
              </a:rPr>
              <a:t>　②過去の依頼書・分析結果・報告書等の蓄積データを機械的に読み取り、検索・参照が可能な仕組みを構築する</a:t>
            </a:r>
          </a:p>
        </p:txBody>
      </p:sp>
      <p:pic>
        <p:nvPicPr>
          <p:cNvPr id="5" name="図 4">
            <a:extLst>
              <a:ext uri="{FF2B5EF4-FFF2-40B4-BE49-F238E27FC236}">
                <a16:creationId xmlns:a16="http://schemas.microsoft.com/office/drawing/2014/main" id="{AB0E159A-8DD0-D653-2910-B3B9A917D555}"/>
              </a:ext>
            </a:extLst>
          </p:cNvPr>
          <p:cNvPicPr>
            <a:picLocks noChangeAspect="1"/>
          </p:cNvPicPr>
          <p:nvPr/>
        </p:nvPicPr>
        <p:blipFill>
          <a:blip r:embed="rId2"/>
          <a:stretch>
            <a:fillRect/>
          </a:stretch>
        </p:blipFill>
        <p:spPr>
          <a:xfrm>
            <a:off x="5743112" y="2481732"/>
            <a:ext cx="839763" cy="839763"/>
          </a:xfrm>
          <a:prstGeom prst="rect">
            <a:avLst/>
          </a:prstGeom>
        </p:spPr>
      </p:pic>
      <p:pic>
        <p:nvPicPr>
          <p:cNvPr id="6" name="Picture 2">
            <a:extLst>
              <a:ext uri="{FF2B5EF4-FFF2-40B4-BE49-F238E27FC236}">
                <a16:creationId xmlns:a16="http://schemas.microsoft.com/office/drawing/2014/main" id="{92305742-C466-9408-CFFD-92F9F0B1E8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9792" y="2476981"/>
            <a:ext cx="836108" cy="836108"/>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2">
            <a:extLst>
              <a:ext uri="{FF2B5EF4-FFF2-40B4-BE49-F238E27FC236}">
                <a16:creationId xmlns:a16="http://schemas.microsoft.com/office/drawing/2014/main" id="{741FDD46-92EB-9DE2-701A-1B2F72C9BD32}"/>
              </a:ext>
            </a:extLst>
          </p:cNvPr>
          <p:cNvSpPr txBox="1">
            <a:spLocks/>
          </p:cNvSpPr>
          <p:nvPr/>
        </p:nvSpPr>
        <p:spPr>
          <a:xfrm>
            <a:off x="2071131" y="2514506"/>
            <a:ext cx="1472260" cy="290901"/>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404040"/>
                </a:solidFill>
                <a:effectLst/>
                <a:uLnTx/>
                <a:uFillTx/>
                <a:latin typeface="Meiryo UI"/>
                <a:ea typeface="Meiryo UI"/>
                <a:cs typeface="+mn-cs"/>
              </a:rPr>
              <a:t>Word</a:t>
            </a:r>
            <a:r>
              <a:rPr kumimoji="1" lang="ja-JP" altLang="en-US" sz="1200" b="0" i="0" u="none" strike="noStrike" kern="1200" cap="none" spc="0" normalizeH="0" baseline="0" noProof="0" dirty="0">
                <a:ln>
                  <a:noFill/>
                </a:ln>
                <a:solidFill>
                  <a:srgbClr val="404040"/>
                </a:solidFill>
                <a:effectLst/>
                <a:uLnTx/>
                <a:uFillTx/>
                <a:latin typeface="Meiryo UI"/>
                <a:ea typeface="Meiryo UI"/>
                <a:cs typeface="+mn-cs"/>
              </a:rPr>
              <a:t>書式をメール</a:t>
            </a:r>
          </a:p>
        </p:txBody>
      </p:sp>
      <p:pic>
        <p:nvPicPr>
          <p:cNvPr id="8" name="Picture 8">
            <a:extLst>
              <a:ext uri="{FF2B5EF4-FFF2-40B4-BE49-F238E27FC236}">
                <a16:creationId xmlns:a16="http://schemas.microsoft.com/office/drawing/2014/main" id="{D43A407C-190A-A091-41F5-EC61875582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5203" y="2460895"/>
            <a:ext cx="856445" cy="856445"/>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2">
            <a:extLst>
              <a:ext uri="{FF2B5EF4-FFF2-40B4-BE49-F238E27FC236}">
                <a16:creationId xmlns:a16="http://schemas.microsoft.com/office/drawing/2014/main" id="{BBDE8F91-B9C8-37F2-7FFE-8852BF2C8A84}"/>
              </a:ext>
            </a:extLst>
          </p:cNvPr>
          <p:cNvSpPr txBox="1">
            <a:spLocks/>
          </p:cNvSpPr>
          <p:nvPr/>
        </p:nvSpPr>
        <p:spPr>
          <a:xfrm>
            <a:off x="3452217" y="3127641"/>
            <a:ext cx="924267" cy="396816"/>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404040"/>
                </a:solidFill>
                <a:effectLst/>
                <a:uLnTx/>
                <a:uFillTx/>
                <a:latin typeface="Meiryo UI"/>
                <a:ea typeface="Meiryo UI"/>
                <a:cs typeface="+mn-cs"/>
              </a:rPr>
              <a:t>担当者</a:t>
            </a:r>
          </a:p>
        </p:txBody>
      </p:sp>
      <p:pic>
        <p:nvPicPr>
          <p:cNvPr id="10" name="Picture 4">
            <a:extLst>
              <a:ext uri="{FF2B5EF4-FFF2-40B4-BE49-F238E27FC236}">
                <a16:creationId xmlns:a16="http://schemas.microsoft.com/office/drawing/2014/main" id="{9D1D21A6-37C9-A269-E2FA-BD1B8E837F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0886" y="2524659"/>
            <a:ext cx="780245" cy="780245"/>
          </a:xfrm>
          <a:prstGeom prst="rect">
            <a:avLst/>
          </a:prstGeom>
          <a:noFill/>
          <a:extLst>
            <a:ext uri="{909E8E84-426E-40DD-AFC4-6F175D3DCCD1}">
              <a14:hiddenFill xmlns:a14="http://schemas.microsoft.com/office/drawing/2010/main">
                <a:solidFill>
                  <a:srgbClr val="FFFFFF"/>
                </a:solidFill>
              </a14:hiddenFill>
            </a:ext>
          </a:extLst>
        </p:spPr>
      </p:pic>
      <p:sp>
        <p:nvSpPr>
          <p:cNvPr id="11" name="Text Placeholder 2">
            <a:extLst>
              <a:ext uri="{FF2B5EF4-FFF2-40B4-BE49-F238E27FC236}">
                <a16:creationId xmlns:a16="http://schemas.microsoft.com/office/drawing/2014/main" id="{A373CC62-D8F6-07A8-7F65-67ED84C75A53}"/>
              </a:ext>
            </a:extLst>
          </p:cNvPr>
          <p:cNvSpPr txBox="1">
            <a:spLocks/>
          </p:cNvSpPr>
          <p:nvPr/>
        </p:nvSpPr>
        <p:spPr>
          <a:xfrm>
            <a:off x="1241796" y="3120742"/>
            <a:ext cx="890295" cy="396816"/>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404040"/>
                </a:solidFill>
                <a:effectLst/>
                <a:uLnTx/>
                <a:uFillTx/>
                <a:latin typeface="Meiryo UI"/>
                <a:ea typeface="Meiryo UI"/>
                <a:cs typeface="+mn-cs"/>
              </a:rPr>
              <a:t>依頼者</a:t>
            </a:r>
          </a:p>
        </p:txBody>
      </p:sp>
      <p:sp>
        <p:nvSpPr>
          <p:cNvPr id="12" name="矢印: 右 11">
            <a:extLst>
              <a:ext uri="{FF2B5EF4-FFF2-40B4-BE49-F238E27FC236}">
                <a16:creationId xmlns:a16="http://schemas.microsoft.com/office/drawing/2014/main" id="{FB01BE50-B88C-14AA-2500-E6C823316D6F}"/>
              </a:ext>
            </a:extLst>
          </p:cNvPr>
          <p:cNvSpPr/>
          <p:nvPr/>
        </p:nvSpPr>
        <p:spPr>
          <a:xfrm>
            <a:off x="2341360" y="2920336"/>
            <a:ext cx="994536" cy="235315"/>
          </a:xfrm>
          <a:prstGeom prst="rightArrow">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13" name="テキスト ボックス 12">
            <a:extLst>
              <a:ext uri="{FF2B5EF4-FFF2-40B4-BE49-F238E27FC236}">
                <a16:creationId xmlns:a16="http://schemas.microsoft.com/office/drawing/2014/main" id="{6DD2F6BF-F4DB-65C4-EE96-9F69E558A0EE}"/>
              </a:ext>
            </a:extLst>
          </p:cNvPr>
          <p:cNvSpPr txBox="1"/>
          <p:nvPr/>
        </p:nvSpPr>
        <p:spPr>
          <a:xfrm>
            <a:off x="583995" y="2306453"/>
            <a:ext cx="112340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404040"/>
                </a:solidFill>
                <a:effectLst/>
                <a:uLnTx/>
                <a:uFillTx/>
                <a:latin typeface="Arial"/>
                <a:ea typeface="Meiryo UI"/>
                <a:cs typeface="+mn-cs"/>
              </a:rPr>
              <a:t>＜現状＞</a:t>
            </a:r>
            <a:endParaRPr kumimoji="1" lang="en-US" altLang="ja-JP" sz="1800" b="0" i="0" u="none" strike="noStrike" kern="1200" cap="none" spc="0" normalizeH="0" baseline="0" noProof="0" dirty="0">
              <a:ln>
                <a:noFill/>
              </a:ln>
              <a:solidFill>
                <a:srgbClr val="404040"/>
              </a:solidFill>
              <a:effectLst/>
              <a:uLnTx/>
              <a:uFillTx/>
              <a:latin typeface="Arial"/>
              <a:ea typeface="Meiryo UI"/>
              <a:cs typeface="+mn-cs"/>
            </a:endParaRPr>
          </a:p>
        </p:txBody>
      </p:sp>
      <p:grpSp>
        <p:nvGrpSpPr>
          <p:cNvPr id="14" name="グループ化 13">
            <a:extLst>
              <a:ext uri="{FF2B5EF4-FFF2-40B4-BE49-F238E27FC236}">
                <a16:creationId xmlns:a16="http://schemas.microsoft.com/office/drawing/2014/main" id="{45A9B881-6B9A-D386-9A7D-2E04A3A9A8D2}"/>
              </a:ext>
            </a:extLst>
          </p:cNvPr>
          <p:cNvGrpSpPr/>
          <p:nvPr/>
        </p:nvGrpSpPr>
        <p:grpSpPr>
          <a:xfrm>
            <a:off x="2594864" y="2760515"/>
            <a:ext cx="436820" cy="559246"/>
            <a:chOff x="2297842" y="3048072"/>
            <a:chExt cx="436820" cy="559246"/>
          </a:xfrm>
        </p:grpSpPr>
        <p:sp>
          <p:nvSpPr>
            <p:cNvPr id="15" name="四角形: メモ 14">
              <a:extLst>
                <a:ext uri="{FF2B5EF4-FFF2-40B4-BE49-F238E27FC236}">
                  <a16:creationId xmlns:a16="http://schemas.microsoft.com/office/drawing/2014/main" id="{4C4D410B-0B66-1B44-9F02-A6297A248392}"/>
                </a:ext>
              </a:extLst>
            </p:cNvPr>
            <p:cNvSpPr/>
            <p:nvPr/>
          </p:nvSpPr>
          <p:spPr>
            <a:xfrm>
              <a:off x="2297842" y="3048072"/>
              <a:ext cx="436820" cy="559246"/>
            </a:xfrm>
            <a:prstGeom prst="foldedCorner">
              <a:avLst>
                <a:gd name="adj" fmla="val 30941"/>
              </a:avLst>
            </a:prstGeom>
            <a:solidFill>
              <a:srgbClr val="00CC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16" name="テキスト ボックス 15">
              <a:extLst>
                <a:ext uri="{FF2B5EF4-FFF2-40B4-BE49-F238E27FC236}">
                  <a16:creationId xmlns:a16="http://schemas.microsoft.com/office/drawing/2014/main" id="{4D6348D1-0C30-CF1A-1431-7C7D7AAE0662}"/>
                </a:ext>
              </a:extLst>
            </p:cNvPr>
            <p:cNvSpPr txBox="1"/>
            <p:nvPr/>
          </p:nvSpPr>
          <p:spPr>
            <a:xfrm>
              <a:off x="2455292" y="3077327"/>
              <a:ext cx="263231" cy="484748"/>
            </a:xfrm>
            <a:prstGeom prst="rect">
              <a:avLst/>
            </a:prstGeom>
          </p:spPr>
          <p:txBody>
            <a:bodyPr vert="horz" wrap="square" lIns="0" tIns="0" rIns="0" bIns="0"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1" lang="ja-JP" altLang="en-US" sz="1050" b="0" i="0" u="none" strike="noStrike" kern="1200" cap="none" spc="0" normalizeH="0" baseline="0" noProof="0" dirty="0">
                  <a:ln>
                    <a:noFill/>
                  </a:ln>
                  <a:solidFill>
                    <a:srgbClr val="404040"/>
                  </a:solidFill>
                  <a:effectLst/>
                  <a:uLnTx/>
                  <a:uFillTx/>
                  <a:latin typeface="Arial"/>
                  <a:ea typeface="Meiryo UI"/>
                  <a:cs typeface="+mn-cs"/>
                </a:rPr>
                <a:t>依頼書</a:t>
              </a:r>
            </a:p>
          </p:txBody>
        </p:sp>
      </p:grpSp>
      <p:sp>
        <p:nvSpPr>
          <p:cNvPr id="17" name="矢印: 右 16">
            <a:extLst>
              <a:ext uri="{FF2B5EF4-FFF2-40B4-BE49-F238E27FC236}">
                <a16:creationId xmlns:a16="http://schemas.microsoft.com/office/drawing/2014/main" id="{82B95970-78EF-A822-2750-F8B6F9CF8B3A}"/>
              </a:ext>
            </a:extLst>
          </p:cNvPr>
          <p:cNvSpPr/>
          <p:nvPr/>
        </p:nvSpPr>
        <p:spPr>
          <a:xfrm>
            <a:off x="4573822" y="2922966"/>
            <a:ext cx="994536" cy="235315"/>
          </a:xfrm>
          <a:prstGeom prst="rightArrow">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grpSp>
        <p:nvGrpSpPr>
          <p:cNvPr id="18" name="グループ化 17">
            <a:extLst>
              <a:ext uri="{FF2B5EF4-FFF2-40B4-BE49-F238E27FC236}">
                <a16:creationId xmlns:a16="http://schemas.microsoft.com/office/drawing/2014/main" id="{7D1F49D4-027E-0E15-B85C-EA2083729ABC}"/>
              </a:ext>
            </a:extLst>
          </p:cNvPr>
          <p:cNvGrpSpPr/>
          <p:nvPr/>
        </p:nvGrpSpPr>
        <p:grpSpPr>
          <a:xfrm>
            <a:off x="4806666" y="2759447"/>
            <a:ext cx="436820" cy="559246"/>
            <a:chOff x="2297842" y="3048072"/>
            <a:chExt cx="436820" cy="559246"/>
          </a:xfrm>
        </p:grpSpPr>
        <p:sp>
          <p:nvSpPr>
            <p:cNvPr id="19" name="四角形: メモ 18">
              <a:extLst>
                <a:ext uri="{FF2B5EF4-FFF2-40B4-BE49-F238E27FC236}">
                  <a16:creationId xmlns:a16="http://schemas.microsoft.com/office/drawing/2014/main" id="{ED31139C-BB2F-0F41-C78F-CEF0988BAAB5}"/>
                </a:ext>
              </a:extLst>
            </p:cNvPr>
            <p:cNvSpPr/>
            <p:nvPr/>
          </p:nvSpPr>
          <p:spPr>
            <a:xfrm>
              <a:off x="2297842" y="3048072"/>
              <a:ext cx="436820" cy="559246"/>
            </a:xfrm>
            <a:prstGeom prst="foldedCorner">
              <a:avLst>
                <a:gd name="adj" fmla="val 30941"/>
              </a:avLst>
            </a:prstGeom>
            <a:solidFill>
              <a:srgbClr val="00CC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20" name="テキスト ボックス 19">
              <a:extLst>
                <a:ext uri="{FF2B5EF4-FFF2-40B4-BE49-F238E27FC236}">
                  <a16:creationId xmlns:a16="http://schemas.microsoft.com/office/drawing/2014/main" id="{A9C0FC0B-D0E1-79A1-2E7C-D53D70D79DD8}"/>
                </a:ext>
              </a:extLst>
            </p:cNvPr>
            <p:cNvSpPr txBox="1"/>
            <p:nvPr/>
          </p:nvSpPr>
          <p:spPr>
            <a:xfrm>
              <a:off x="2455292" y="3077327"/>
              <a:ext cx="263231" cy="484748"/>
            </a:xfrm>
            <a:prstGeom prst="rect">
              <a:avLst/>
            </a:prstGeom>
          </p:spPr>
          <p:txBody>
            <a:bodyPr vert="horz" wrap="square" lIns="0" tIns="0" rIns="0" bIns="0"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1" lang="ja-JP" altLang="en-US" sz="1050" b="0" i="0" u="none" strike="noStrike" kern="1200" cap="none" spc="0" normalizeH="0" baseline="0" noProof="0" dirty="0">
                  <a:ln>
                    <a:noFill/>
                  </a:ln>
                  <a:solidFill>
                    <a:srgbClr val="404040"/>
                  </a:solidFill>
                  <a:effectLst/>
                  <a:uLnTx/>
                  <a:uFillTx/>
                  <a:latin typeface="Arial"/>
                  <a:ea typeface="Meiryo UI"/>
                  <a:cs typeface="+mn-cs"/>
                </a:rPr>
                <a:t>依頼書</a:t>
              </a:r>
            </a:p>
          </p:txBody>
        </p:sp>
      </p:grpSp>
      <p:sp>
        <p:nvSpPr>
          <p:cNvPr id="21" name="Text Placeholder 2">
            <a:extLst>
              <a:ext uri="{FF2B5EF4-FFF2-40B4-BE49-F238E27FC236}">
                <a16:creationId xmlns:a16="http://schemas.microsoft.com/office/drawing/2014/main" id="{49CAA662-0679-C108-2301-F5282FBB4581}"/>
              </a:ext>
            </a:extLst>
          </p:cNvPr>
          <p:cNvSpPr txBox="1">
            <a:spLocks/>
          </p:cNvSpPr>
          <p:nvPr/>
        </p:nvSpPr>
        <p:spPr>
          <a:xfrm>
            <a:off x="4316056" y="2497075"/>
            <a:ext cx="1472260" cy="276999"/>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404040"/>
                </a:solidFill>
                <a:effectLst/>
                <a:uLnTx/>
                <a:uFillTx/>
                <a:latin typeface="Meiryo UI"/>
                <a:ea typeface="Meiryo UI"/>
                <a:cs typeface="+mn-cs"/>
              </a:rPr>
              <a:t>確認してメール</a:t>
            </a:r>
          </a:p>
        </p:txBody>
      </p:sp>
      <p:sp>
        <p:nvSpPr>
          <p:cNvPr id="22" name="Text Placeholder 2">
            <a:extLst>
              <a:ext uri="{FF2B5EF4-FFF2-40B4-BE49-F238E27FC236}">
                <a16:creationId xmlns:a16="http://schemas.microsoft.com/office/drawing/2014/main" id="{3D833C55-AF73-6AB4-1088-405BA60E4080}"/>
              </a:ext>
            </a:extLst>
          </p:cNvPr>
          <p:cNvSpPr txBox="1">
            <a:spLocks/>
          </p:cNvSpPr>
          <p:nvPr/>
        </p:nvSpPr>
        <p:spPr>
          <a:xfrm>
            <a:off x="5725808" y="3136619"/>
            <a:ext cx="924267" cy="396816"/>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404040"/>
                </a:solidFill>
                <a:effectLst/>
                <a:uLnTx/>
                <a:uFillTx/>
                <a:latin typeface="Meiryo UI"/>
                <a:ea typeface="Meiryo UI"/>
                <a:cs typeface="+mn-cs"/>
              </a:rPr>
              <a:t>責任者</a:t>
            </a:r>
          </a:p>
        </p:txBody>
      </p:sp>
      <p:sp>
        <p:nvSpPr>
          <p:cNvPr id="23" name="矢印: 右 22">
            <a:extLst>
              <a:ext uri="{FF2B5EF4-FFF2-40B4-BE49-F238E27FC236}">
                <a16:creationId xmlns:a16="http://schemas.microsoft.com/office/drawing/2014/main" id="{033BC8C5-3100-02BA-9231-DD1B5AC07E58}"/>
              </a:ext>
            </a:extLst>
          </p:cNvPr>
          <p:cNvSpPr/>
          <p:nvPr/>
        </p:nvSpPr>
        <p:spPr>
          <a:xfrm>
            <a:off x="6781455" y="2918609"/>
            <a:ext cx="994536" cy="235315"/>
          </a:xfrm>
          <a:prstGeom prst="rightArrow">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grpSp>
        <p:nvGrpSpPr>
          <p:cNvPr id="24" name="グループ化 23">
            <a:extLst>
              <a:ext uri="{FF2B5EF4-FFF2-40B4-BE49-F238E27FC236}">
                <a16:creationId xmlns:a16="http://schemas.microsoft.com/office/drawing/2014/main" id="{FA3A2A5C-5A02-1FE1-AEF9-FAAA060D698C}"/>
              </a:ext>
            </a:extLst>
          </p:cNvPr>
          <p:cNvGrpSpPr/>
          <p:nvPr/>
        </p:nvGrpSpPr>
        <p:grpSpPr>
          <a:xfrm>
            <a:off x="7014299" y="2755090"/>
            <a:ext cx="436820" cy="559246"/>
            <a:chOff x="2297842" y="3048072"/>
            <a:chExt cx="436820" cy="559246"/>
          </a:xfrm>
        </p:grpSpPr>
        <p:sp>
          <p:nvSpPr>
            <p:cNvPr id="25" name="四角形: メモ 24">
              <a:extLst>
                <a:ext uri="{FF2B5EF4-FFF2-40B4-BE49-F238E27FC236}">
                  <a16:creationId xmlns:a16="http://schemas.microsoft.com/office/drawing/2014/main" id="{36FD0EBE-D594-3DDD-E6FF-08A31FBE4949}"/>
                </a:ext>
              </a:extLst>
            </p:cNvPr>
            <p:cNvSpPr/>
            <p:nvPr/>
          </p:nvSpPr>
          <p:spPr>
            <a:xfrm>
              <a:off x="2297842" y="3048072"/>
              <a:ext cx="436820" cy="559246"/>
            </a:xfrm>
            <a:prstGeom prst="foldedCorner">
              <a:avLst>
                <a:gd name="adj" fmla="val 30941"/>
              </a:avLst>
            </a:prstGeom>
            <a:solidFill>
              <a:srgbClr val="00CC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26" name="テキスト ボックス 25">
              <a:extLst>
                <a:ext uri="{FF2B5EF4-FFF2-40B4-BE49-F238E27FC236}">
                  <a16:creationId xmlns:a16="http://schemas.microsoft.com/office/drawing/2014/main" id="{DAEF2F02-8E54-A650-35A9-01305C0766BD}"/>
                </a:ext>
              </a:extLst>
            </p:cNvPr>
            <p:cNvSpPr txBox="1"/>
            <p:nvPr/>
          </p:nvSpPr>
          <p:spPr>
            <a:xfrm>
              <a:off x="2455292" y="3077327"/>
              <a:ext cx="263231" cy="484748"/>
            </a:xfrm>
            <a:prstGeom prst="rect">
              <a:avLst/>
            </a:prstGeom>
          </p:spPr>
          <p:txBody>
            <a:bodyPr vert="horz" wrap="square" lIns="0" tIns="0" rIns="0" bIns="0"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1" lang="ja-JP" altLang="en-US" sz="1050" b="0" i="0" u="none" strike="noStrike" kern="1200" cap="none" spc="0" normalizeH="0" baseline="0" noProof="0" dirty="0">
                  <a:ln>
                    <a:noFill/>
                  </a:ln>
                  <a:solidFill>
                    <a:srgbClr val="404040"/>
                  </a:solidFill>
                  <a:effectLst/>
                  <a:uLnTx/>
                  <a:uFillTx/>
                  <a:latin typeface="Arial"/>
                  <a:ea typeface="Meiryo UI"/>
                  <a:cs typeface="+mn-cs"/>
                </a:rPr>
                <a:t>依頼書</a:t>
              </a:r>
            </a:p>
          </p:txBody>
        </p:sp>
      </p:grpSp>
      <p:sp>
        <p:nvSpPr>
          <p:cNvPr id="27" name="Text Placeholder 2">
            <a:extLst>
              <a:ext uri="{FF2B5EF4-FFF2-40B4-BE49-F238E27FC236}">
                <a16:creationId xmlns:a16="http://schemas.microsoft.com/office/drawing/2014/main" id="{4E549B06-D781-5D00-0544-70F7A4D7131A}"/>
              </a:ext>
            </a:extLst>
          </p:cNvPr>
          <p:cNvSpPr txBox="1">
            <a:spLocks/>
          </p:cNvSpPr>
          <p:nvPr/>
        </p:nvSpPr>
        <p:spPr>
          <a:xfrm>
            <a:off x="6523689" y="2492718"/>
            <a:ext cx="1472260" cy="276999"/>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404040"/>
                </a:solidFill>
                <a:effectLst/>
                <a:uLnTx/>
                <a:uFillTx/>
                <a:latin typeface="Meiryo UI"/>
                <a:ea typeface="Meiryo UI"/>
                <a:cs typeface="+mn-cs"/>
              </a:rPr>
              <a:t>確認してメール</a:t>
            </a:r>
          </a:p>
        </p:txBody>
      </p:sp>
      <p:sp>
        <p:nvSpPr>
          <p:cNvPr id="28" name="Text Placeholder 2">
            <a:extLst>
              <a:ext uri="{FF2B5EF4-FFF2-40B4-BE49-F238E27FC236}">
                <a16:creationId xmlns:a16="http://schemas.microsoft.com/office/drawing/2014/main" id="{60D349F1-622B-72E0-84BB-B41BBF1AF664}"/>
              </a:ext>
            </a:extLst>
          </p:cNvPr>
          <p:cNvSpPr txBox="1">
            <a:spLocks/>
          </p:cNvSpPr>
          <p:nvPr/>
        </p:nvSpPr>
        <p:spPr>
          <a:xfrm>
            <a:off x="7933441" y="3132262"/>
            <a:ext cx="924267" cy="396816"/>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404040"/>
                </a:solidFill>
                <a:effectLst/>
                <a:uLnTx/>
                <a:uFillTx/>
                <a:latin typeface="Meiryo UI"/>
                <a:ea typeface="Meiryo UI"/>
                <a:cs typeface="+mn-cs"/>
              </a:rPr>
              <a:t>登録者</a:t>
            </a:r>
          </a:p>
        </p:txBody>
      </p:sp>
      <p:sp>
        <p:nvSpPr>
          <p:cNvPr id="29" name="矢印: 右 28">
            <a:extLst>
              <a:ext uri="{FF2B5EF4-FFF2-40B4-BE49-F238E27FC236}">
                <a16:creationId xmlns:a16="http://schemas.microsoft.com/office/drawing/2014/main" id="{FDD4750B-2369-D768-C12C-60C5184162BA}"/>
              </a:ext>
            </a:extLst>
          </p:cNvPr>
          <p:cNvSpPr/>
          <p:nvPr/>
        </p:nvSpPr>
        <p:spPr>
          <a:xfrm>
            <a:off x="8975257" y="2921874"/>
            <a:ext cx="994536" cy="235315"/>
          </a:xfrm>
          <a:prstGeom prst="rightArrow">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grpSp>
        <p:nvGrpSpPr>
          <p:cNvPr id="30" name="グループ化 29">
            <a:extLst>
              <a:ext uri="{FF2B5EF4-FFF2-40B4-BE49-F238E27FC236}">
                <a16:creationId xmlns:a16="http://schemas.microsoft.com/office/drawing/2014/main" id="{69521BFF-51DF-09EC-1872-5AC0F1CF03B0}"/>
              </a:ext>
            </a:extLst>
          </p:cNvPr>
          <p:cNvGrpSpPr/>
          <p:nvPr/>
        </p:nvGrpSpPr>
        <p:grpSpPr>
          <a:xfrm>
            <a:off x="9208101" y="2758355"/>
            <a:ext cx="436820" cy="559246"/>
            <a:chOff x="2297842" y="3048072"/>
            <a:chExt cx="436820" cy="559246"/>
          </a:xfrm>
        </p:grpSpPr>
        <p:sp>
          <p:nvSpPr>
            <p:cNvPr id="31" name="四角形: メモ 30">
              <a:extLst>
                <a:ext uri="{FF2B5EF4-FFF2-40B4-BE49-F238E27FC236}">
                  <a16:creationId xmlns:a16="http://schemas.microsoft.com/office/drawing/2014/main" id="{49EB720F-BD24-2DFE-9EA1-C3B19F6B1AB6}"/>
                </a:ext>
              </a:extLst>
            </p:cNvPr>
            <p:cNvSpPr/>
            <p:nvPr/>
          </p:nvSpPr>
          <p:spPr>
            <a:xfrm>
              <a:off x="2297842" y="3048072"/>
              <a:ext cx="436820" cy="559246"/>
            </a:xfrm>
            <a:prstGeom prst="foldedCorner">
              <a:avLst>
                <a:gd name="adj" fmla="val 30941"/>
              </a:avLst>
            </a:prstGeom>
            <a:solidFill>
              <a:srgbClr val="00CC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32" name="テキスト ボックス 31">
              <a:extLst>
                <a:ext uri="{FF2B5EF4-FFF2-40B4-BE49-F238E27FC236}">
                  <a16:creationId xmlns:a16="http://schemas.microsoft.com/office/drawing/2014/main" id="{21C50282-565D-6857-4AC9-DD15718B659D}"/>
                </a:ext>
              </a:extLst>
            </p:cNvPr>
            <p:cNvSpPr txBox="1"/>
            <p:nvPr/>
          </p:nvSpPr>
          <p:spPr>
            <a:xfrm>
              <a:off x="2455292" y="3077327"/>
              <a:ext cx="263231" cy="484748"/>
            </a:xfrm>
            <a:prstGeom prst="rect">
              <a:avLst/>
            </a:prstGeom>
          </p:spPr>
          <p:txBody>
            <a:bodyPr vert="horz" wrap="square" lIns="0" tIns="0" rIns="0" bIns="0"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1" lang="ja-JP" altLang="en-US" sz="1050" b="0" i="0" u="none" strike="noStrike" kern="1200" cap="none" spc="0" normalizeH="0" baseline="0" noProof="0" dirty="0">
                  <a:ln>
                    <a:noFill/>
                  </a:ln>
                  <a:solidFill>
                    <a:srgbClr val="404040"/>
                  </a:solidFill>
                  <a:effectLst/>
                  <a:uLnTx/>
                  <a:uFillTx/>
                  <a:latin typeface="Arial"/>
                  <a:ea typeface="Meiryo UI"/>
                  <a:cs typeface="+mn-cs"/>
                </a:rPr>
                <a:t>依頼書</a:t>
              </a:r>
            </a:p>
          </p:txBody>
        </p:sp>
      </p:grpSp>
      <p:sp>
        <p:nvSpPr>
          <p:cNvPr id="33" name="Text Placeholder 2">
            <a:extLst>
              <a:ext uri="{FF2B5EF4-FFF2-40B4-BE49-F238E27FC236}">
                <a16:creationId xmlns:a16="http://schemas.microsoft.com/office/drawing/2014/main" id="{D83B9F05-9CFF-E467-4482-7AB4884128A3}"/>
              </a:ext>
            </a:extLst>
          </p:cNvPr>
          <p:cNvSpPr txBox="1">
            <a:spLocks/>
          </p:cNvSpPr>
          <p:nvPr/>
        </p:nvSpPr>
        <p:spPr>
          <a:xfrm>
            <a:off x="8717491" y="2495983"/>
            <a:ext cx="1472260" cy="276999"/>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404040"/>
                </a:solidFill>
                <a:effectLst/>
                <a:uLnTx/>
                <a:uFillTx/>
                <a:latin typeface="Meiryo UI"/>
                <a:ea typeface="Meiryo UI"/>
                <a:cs typeface="+mn-cs"/>
              </a:rPr>
              <a:t>確認して登録</a:t>
            </a:r>
          </a:p>
        </p:txBody>
      </p:sp>
      <p:sp>
        <p:nvSpPr>
          <p:cNvPr id="34" name="Text Placeholder 2">
            <a:extLst>
              <a:ext uri="{FF2B5EF4-FFF2-40B4-BE49-F238E27FC236}">
                <a16:creationId xmlns:a16="http://schemas.microsoft.com/office/drawing/2014/main" id="{C64B6478-870E-9F2A-780B-46393154D4D7}"/>
              </a:ext>
            </a:extLst>
          </p:cNvPr>
          <p:cNvSpPr txBox="1">
            <a:spLocks/>
          </p:cNvSpPr>
          <p:nvPr/>
        </p:nvSpPr>
        <p:spPr>
          <a:xfrm>
            <a:off x="10127243" y="3135527"/>
            <a:ext cx="1246892" cy="396816"/>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404040"/>
                </a:solidFill>
                <a:effectLst/>
                <a:uLnTx/>
                <a:uFillTx/>
                <a:latin typeface="Meiryo UI"/>
                <a:ea typeface="Meiryo UI"/>
                <a:cs typeface="+mn-cs"/>
              </a:rPr>
              <a:t>OA</a:t>
            </a:r>
            <a:r>
              <a:rPr kumimoji="1" lang="ja-JP" altLang="en-US" sz="1800" b="0" i="0" u="none" strike="noStrike" kern="1200" cap="none" spc="0" normalizeH="0" baseline="0" noProof="0" dirty="0">
                <a:ln>
                  <a:noFill/>
                </a:ln>
                <a:solidFill>
                  <a:srgbClr val="404040"/>
                </a:solidFill>
                <a:effectLst/>
                <a:uLnTx/>
                <a:uFillTx/>
                <a:latin typeface="Meiryo UI"/>
                <a:ea typeface="Meiryo UI"/>
                <a:cs typeface="+mn-cs"/>
              </a:rPr>
              <a:t>システム</a:t>
            </a:r>
          </a:p>
        </p:txBody>
      </p:sp>
      <p:pic>
        <p:nvPicPr>
          <p:cNvPr id="35" name="図 34">
            <a:extLst>
              <a:ext uri="{FF2B5EF4-FFF2-40B4-BE49-F238E27FC236}">
                <a16:creationId xmlns:a16="http://schemas.microsoft.com/office/drawing/2014/main" id="{8A7FD9E1-48B2-5226-E867-00E8EEECD96A}"/>
              </a:ext>
            </a:extLst>
          </p:cNvPr>
          <p:cNvPicPr>
            <a:picLocks noChangeAspect="1"/>
          </p:cNvPicPr>
          <p:nvPr/>
        </p:nvPicPr>
        <p:blipFill>
          <a:blip r:embed="rId6"/>
          <a:stretch>
            <a:fillRect/>
          </a:stretch>
        </p:blipFill>
        <p:spPr>
          <a:xfrm>
            <a:off x="10346893" y="2708169"/>
            <a:ext cx="681520" cy="541207"/>
          </a:xfrm>
          <a:prstGeom prst="rect">
            <a:avLst/>
          </a:prstGeom>
        </p:spPr>
      </p:pic>
      <p:sp>
        <p:nvSpPr>
          <p:cNvPr id="36" name="テキスト ボックス 35">
            <a:extLst>
              <a:ext uri="{FF2B5EF4-FFF2-40B4-BE49-F238E27FC236}">
                <a16:creationId xmlns:a16="http://schemas.microsoft.com/office/drawing/2014/main" id="{470A7E30-4F9D-C641-0A3D-4E8F5B4EB816}"/>
              </a:ext>
            </a:extLst>
          </p:cNvPr>
          <p:cNvSpPr txBox="1"/>
          <p:nvPr/>
        </p:nvSpPr>
        <p:spPr>
          <a:xfrm>
            <a:off x="588348" y="3956728"/>
            <a:ext cx="112340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404040"/>
                </a:solidFill>
                <a:effectLst/>
                <a:uLnTx/>
                <a:uFillTx/>
                <a:latin typeface="Arial"/>
                <a:ea typeface="Meiryo UI"/>
                <a:cs typeface="+mn-cs"/>
              </a:rPr>
              <a:t>＜計画＞</a:t>
            </a:r>
            <a:endParaRPr kumimoji="1" lang="en-US" altLang="ja-JP"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37" name="矢印: 折線 36">
            <a:extLst>
              <a:ext uri="{FF2B5EF4-FFF2-40B4-BE49-F238E27FC236}">
                <a16:creationId xmlns:a16="http://schemas.microsoft.com/office/drawing/2014/main" id="{51A7D084-7382-25A6-78F0-28054E200A29}"/>
              </a:ext>
            </a:extLst>
          </p:cNvPr>
          <p:cNvSpPr/>
          <p:nvPr/>
        </p:nvSpPr>
        <p:spPr>
          <a:xfrm rot="10800000">
            <a:off x="2989157" y="3519873"/>
            <a:ext cx="924267" cy="358151"/>
          </a:xfrm>
          <a:prstGeom prst="bentArrow">
            <a:avLst>
              <a:gd name="adj1" fmla="val 34726"/>
              <a:gd name="adj2" fmla="val 46884"/>
              <a:gd name="adj3" fmla="val 39589"/>
              <a:gd name="adj4" fmla="val 41319"/>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38" name="矢印: 折線 37">
            <a:extLst>
              <a:ext uri="{FF2B5EF4-FFF2-40B4-BE49-F238E27FC236}">
                <a16:creationId xmlns:a16="http://schemas.microsoft.com/office/drawing/2014/main" id="{45A79390-61A9-B9DC-369F-17FB781190F9}"/>
              </a:ext>
            </a:extLst>
          </p:cNvPr>
          <p:cNvSpPr/>
          <p:nvPr/>
        </p:nvSpPr>
        <p:spPr>
          <a:xfrm rot="10800000">
            <a:off x="5306399" y="3516940"/>
            <a:ext cx="924267" cy="358151"/>
          </a:xfrm>
          <a:prstGeom prst="bentArrow">
            <a:avLst>
              <a:gd name="adj1" fmla="val 34726"/>
              <a:gd name="adj2" fmla="val 46884"/>
              <a:gd name="adj3" fmla="val 39589"/>
              <a:gd name="adj4" fmla="val 41319"/>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39" name="矢印: 折線 38">
            <a:extLst>
              <a:ext uri="{FF2B5EF4-FFF2-40B4-BE49-F238E27FC236}">
                <a16:creationId xmlns:a16="http://schemas.microsoft.com/office/drawing/2014/main" id="{4B7E3F56-245F-291D-AD80-667B96C54EB6}"/>
              </a:ext>
            </a:extLst>
          </p:cNvPr>
          <p:cNvSpPr/>
          <p:nvPr/>
        </p:nvSpPr>
        <p:spPr>
          <a:xfrm rot="10800000">
            <a:off x="7483534" y="3519873"/>
            <a:ext cx="924267" cy="358151"/>
          </a:xfrm>
          <a:prstGeom prst="bentArrow">
            <a:avLst>
              <a:gd name="adj1" fmla="val 34726"/>
              <a:gd name="adj2" fmla="val 46884"/>
              <a:gd name="adj3" fmla="val 39589"/>
              <a:gd name="adj4" fmla="val 41319"/>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40" name="Text Placeholder 2">
            <a:extLst>
              <a:ext uri="{FF2B5EF4-FFF2-40B4-BE49-F238E27FC236}">
                <a16:creationId xmlns:a16="http://schemas.microsoft.com/office/drawing/2014/main" id="{A1BFA642-EC39-CE51-C204-33527B110C6A}"/>
              </a:ext>
            </a:extLst>
          </p:cNvPr>
          <p:cNvSpPr txBox="1">
            <a:spLocks/>
          </p:cNvSpPr>
          <p:nvPr/>
        </p:nvSpPr>
        <p:spPr>
          <a:xfrm>
            <a:off x="3117903" y="3557172"/>
            <a:ext cx="1131524" cy="276999"/>
          </a:xfrm>
          <a:prstGeom prst="rect">
            <a:avLst/>
          </a:prstGeom>
          <a:noFill/>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404040"/>
                </a:solidFill>
                <a:effectLst/>
                <a:uLnTx/>
                <a:uFillTx/>
                <a:latin typeface="Meiryo UI"/>
                <a:ea typeface="Meiryo UI"/>
                <a:cs typeface="+mn-cs"/>
              </a:rPr>
              <a:t>記入ミスの場合</a:t>
            </a:r>
          </a:p>
        </p:txBody>
      </p:sp>
      <p:sp>
        <p:nvSpPr>
          <p:cNvPr id="41" name="Text Placeholder 2">
            <a:extLst>
              <a:ext uri="{FF2B5EF4-FFF2-40B4-BE49-F238E27FC236}">
                <a16:creationId xmlns:a16="http://schemas.microsoft.com/office/drawing/2014/main" id="{4497CB41-594D-D127-2380-BB2DCAC9CD21}"/>
              </a:ext>
            </a:extLst>
          </p:cNvPr>
          <p:cNvSpPr txBox="1">
            <a:spLocks/>
          </p:cNvSpPr>
          <p:nvPr/>
        </p:nvSpPr>
        <p:spPr>
          <a:xfrm>
            <a:off x="5387360" y="3558385"/>
            <a:ext cx="1136329" cy="276999"/>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404040"/>
                </a:solidFill>
                <a:effectLst/>
                <a:uLnTx/>
                <a:uFillTx/>
                <a:latin typeface="Meiryo UI"/>
                <a:ea typeface="Meiryo UI"/>
                <a:cs typeface="+mn-cs"/>
              </a:rPr>
              <a:t>記入ミスの場合</a:t>
            </a:r>
          </a:p>
        </p:txBody>
      </p:sp>
      <p:sp>
        <p:nvSpPr>
          <p:cNvPr id="42" name="Text Placeholder 2">
            <a:extLst>
              <a:ext uri="{FF2B5EF4-FFF2-40B4-BE49-F238E27FC236}">
                <a16:creationId xmlns:a16="http://schemas.microsoft.com/office/drawing/2014/main" id="{3BE92F22-A51B-4D85-2BF8-2742F1D6588B}"/>
              </a:ext>
            </a:extLst>
          </p:cNvPr>
          <p:cNvSpPr txBox="1">
            <a:spLocks/>
          </p:cNvSpPr>
          <p:nvPr/>
        </p:nvSpPr>
        <p:spPr>
          <a:xfrm>
            <a:off x="7594988" y="3571446"/>
            <a:ext cx="1180912" cy="276999"/>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404040"/>
                </a:solidFill>
                <a:effectLst/>
                <a:uLnTx/>
                <a:uFillTx/>
                <a:latin typeface="Meiryo UI"/>
                <a:ea typeface="Meiryo UI"/>
                <a:cs typeface="+mn-cs"/>
              </a:rPr>
              <a:t>記入ミスの場合</a:t>
            </a:r>
          </a:p>
        </p:txBody>
      </p:sp>
      <p:sp>
        <p:nvSpPr>
          <p:cNvPr id="43" name="Text Placeholder 2">
            <a:extLst>
              <a:ext uri="{FF2B5EF4-FFF2-40B4-BE49-F238E27FC236}">
                <a16:creationId xmlns:a16="http://schemas.microsoft.com/office/drawing/2014/main" id="{C3D9A755-94CD-1B1C-B14C-808B7B280239}"/>
              </a:ext>
            </a:extLst>
          </p:cNvPr>
          <p:cNvSpPr txBox="1">
            <a:spLocks/>
          </p:cNvSpPr>
          <p:nvPr/>
        </p:nvSpPr>
        <p:spPr>
          <a:xfrm>
            <a:off x="2136063" y="4220154"/>
            <a:ext cx="1472260" cy="290901"/>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404040"/>
                </a:solidFill>
                <a:effectLst/>
                <a:uLnTx/>
                <a:uFillTx/>
                <a:latin typeface="Meiryo UI"/>
                <a:ea typeface="Meiryo UI"/>
                <a:cs typeface="+mn-cs"/>
              </a:rPr>
              <a:t>依頼情報</a:t>
            </a:r>
            <a:endParaRPr kumimoji="1" lang="en-US" altLang="ja-JP" sz="1200" b="0" i="0" u="none" strike="noStrike" kern="1200" cap="none" spc="0" normalizeH="0" baseline="0" noProof="0" dirty="0">
              <a:ln>
                <a:noFill/>
              </a:ln>
              <a:solidFill>
                <a:srgbClr val="404040"/>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404040"/>
                </a:solidFill>
                <a:effectLst/>
                <a:uLnTx/>
                <a:uFillTx/>
                <a:latin typeface="Meiryo UI"/>
                <a:ea typeface="Meiryo UI"/>
                <a:cs typeface="+mn-cs"/>
              </a:rPr>
              <a:t>を入力</a:t>
            </a:r>
          </a:p>
        </p:txBody>
      </p:sp>
      <p:pic>
        <p:nvPicPr>
          <p:cNvPr id="44" name="Picture 4">
            <a:extLst>
              <a:ext uri="{FF2B5EF4-FFF2-40B4-BE49-F238E27FC236}">
                <a16:creationId xmlns:a16="http://schemas.microsoft.com/office/drawing/2014/main" id="{4862188A-EFFF-4567-B6AA-D191E71E24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3564" y="4178053"/>
            <a:ext cx="780245" cy="780245"/>
          </a:xfrm>
          <a:prstGeom prst="rect">
            <a:avLst/>
          </a:prstGeom>
          <a:noFill/>
          <a:extLst>
            <a:ext uri="{909E8E84-426E-40DD-AFC4-6F175D3DCCD1}">
              <a14:hiddenFill xmlns:a14="http://schemas.microsoft.com/office/drawing/2010/main">
                <a:solidFill>
                  <a:srgbClr val="FFFFFF"/>
                </a:solidFill>
              </a14:hiddenFill>
            </a:ext>
          </a:extLst>
        </p:spPr>
      </p:pic>
      <p:sp>
        <p:nvSpPr>
          <p:cNvPr id="45" name="Text Placeholder 2">
            <a:extLst>
              <a:ext uri="{FF2B5EF4-FFF2-40B4-BE49-F238E27FC236}">
                <a16:creationId xmlns:a16="http://schemas.microsoft.com/office/drawing/2014/main" id="{43ADC4C1-0D85-93C4-2B63-D33E88E5EA28}"/>
              </a:ext>
            </a:extLst>
          </p:cNvPr>
          <p:cNvSpPr txBox="1">
            <a:spLocks/>
          </p:cNvSpPr>
          <p:nvPr/>
        </p:nvSpPr>
        <p:spPr>
          <a:xfrm>
            <a:off x="1254474" y="4774136"/>
            <a:ext cx="890295" cy="396816"/>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404040"/>
                </a:solidFill>
                <a:effectLst/>
                <a:uLnTx/>
                <a:uFillTx/>
                <a:latin typeface="Meiryo UI"/>
                <a:ea typeface="Meiryo UI"/>
                <a:cs typeface="+mn-cs"/>
              </a:rPr>
              <a:t>依頼者</a:t>
            </a:r>
          </a:p>
        </p:txBody>
      </p:sp>
      <p:sp>
        <p:nvSpPr>
          <p:cNvPr id="46" name="矢印: 右 45">
            <a:extLst>
              <a:ext uri="{FF2B5EF4-FFF2-40B4-BE49-F238E27FC236}">
                <a16:creationId xmlns:a16="http://schemas.microsoft.com/office/drawing/2014/main" id="{61590DBD-25F1-F9A5-D595-5CBC554EDDED}"/>
              </a:ext>
            </a:extLst>
          </p:cNvPr>
          <p:cNvSpPr/>
          <p:nvPr/>
        </p:nvSpPr>
        <p:spPr>
          <a:xfrm>
            <a:off x="2354037" y="4573730"/>
            <a:ext cx="1098179" cy="235315"/>
          </a:xfrm>
          <a:prstGeom prst="rightArrow">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pic>
        <p:nvPicPr>
          <p:cNvPr id="47" name="図 46">
            <a:extLst>
              <a:ext uri="{FF2B5EF4-FFF2-40B4-BE49-F238E27FC236}">
                <a16:creationId xmlns:a16="http://schemas.microsoft.com/office/drawing/2014/main" id="{E79A7FF9-247D-341D-5BF8-B8FE68F56601}"/>
              </a:ext>
            </a:extLst>
          </p:cNvPr>
          <p:cNvPicPr>
            <a:picLocks noChangeAspect="1"/>
          </p:cNvPicPr>
          <p:nvPr/>
        </p:nvPicPr>
        <p:blipFill>
          <a:blip r:embed="rId7"/>
          <a:stretch>
            <a:fillRect/>
          </a:stretch>
        </p:blipFill>
        <p:spPr>
          <a:xfrm>
            <a:off x="3757851" y="4247723"/>
            <a:ext cx="713617" cy="610143"/>
          </a:xfrm>
          <a:prstGeom prst="rect">
            <a:avLst/>
          </a:prstGeom>
        </p:spPr>
      </p:pic>
      <p:sp>
        <p:nvSpPr>
          <p:cNvPr id="48" name="Text Placeholder 2">
            <a:extLst>
              <a:ext uri="{FF2B5EF4-FFF2-40B4-BE49-F238E27FC236}">
                <a16:creationId xmlns:a16="http://schemas.microsoft.com/office/drawing/2014/main" id="{6BB2D582-B85E-E204-28A8-1CCC61221E1A}"/>
              </a:ext>
            </a:extLst>
          </p:cNvPr>
          <p:cNvSpPr txBox="1">
            <a:spLocks/>
          </p:cNvSpPr>
          <p:nvPr/>
        </p:nvSpPr>
        <p:spPr>
          <a:xfrm>
            <a:off x="3182176" y="4754876"/>
            <a:ext cx="1829386" cy="396816"/>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404040"/>
                </a:solidFill>
                <a:effectLst/>
                <a:uLnTx/>
                <a:uFillTx/>
                <a:latin typeface="Meiryo UI"/>
                <a:ea typeface="Meiryo UI"/>
                <a:cs typeface="+mn-cs"/>
              </a:rPr>
              <a:t>ServiceNow</a:t>
            </a:r>
            <a:r>
              <a:rPr kumimoji="1" lang="ja-JP" altLang="en-US" sz="1800" b="0" i="0" u="none" strike="noStrike" kern="1200" cap="none" spc="0" normalizeH="0" baseline="0" noProof="0" dirty="0">
                <a:ln>
                  <a:noFill/>
                </a:ln>
                <a:solidFill>
                  <a:srgbClr val="404040"/>
                </a:solidFill>
                <a:effectLst/>
                <a:uLnTx/>
                <a:uFillTx/>
                <a:latin typeface="Meiryo UI"/>
                <a:ea typeface="Meiryo UI"/>
                <a:cs typeface="+mn-cs"/>
              </a:rPr>
              <a:t>など</a:t>
            </a:r>
          </a:p>
        </p:txBody>
      </p:sp>
      <p:sp>
        <p:nvSpPr>
          <p:cNvPr id="49" name="Text Placeholder 2">
            <a:extLst>
              <a:ext uri="{FF2B5EF4-FFF2-40B4-BE49-F238E27FC236}">
                <a16:creationId xmlns:a16="http://schemas.microsoft.com/office/drawing/2014/main" id="{45935AC5-F6EB-5B7D-86F4-617FB081331B}"/>
              </a:ext>
            </a:extLst>
          </p:cNvPr>
          <p:cNvSpPr txBox="1">
            <a:spLocks/>
          </p:cNvSpPr>
          <p:nvPr/>
        </p:nvSpPr>
        <p:spPr>
          <a:xfrm>
            <a:off x="4619096" y="4242861"/>
            <a:ext cx="1472260" cy="290901"/>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404040"/>
                </a:solidFill>
                <a:effectLst/>
                <a:uLnTx/>
                <a:uFillTx/>
                <a:latin typeface="Meiryo UI"/>
                <a:ea typeface="Meiryo UI"/>
                <a:cs typeface="+mn-cs"/>
              </a:rPr>
              <a:t>依頼書の</a:t>
            </a:r>
            <a:endParaRPr kumimoji="1" lang="en-US" altLang="ja-JP" sz="1200" b="0" i="0" u="none" strike="noStrike" kern="1200" cap="none" spc="0" normalizeH="0" baseline="0" noProof="0" dirty="0">
              <a:ln>
                <a:noFill/>
              </a:ln>
              <a:solidFill>
                <a:srgbClr val="404040"/>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404040"/>
                </a:solidFill>
                <a:effectLst/>
                <a:uLnTx/>
                <a:uFillTx/>
                <a:latin typeface="Meiryo UI"/>
                <a:ea typeface="Meiryo UI"/>
                <a:cs typeface="+mn-cs"/>
              </a:rPr>
              <a:t>原案を発行</a:t>
            </a:r>
          </a:p>
        </p:txBody>
      </p:sp>
      <p:sp>
        <p:nvSpPr>
          <p:cNvPr id="50" name="矢印: 右 49">
            <a:extLst>
              <a:ext uri="{FF2B5EF4-FFF2-40B4-BE49-F238E27FC236}">
                <a16:creationId xmlns:a16="http://schemas.microsoft.com/office/drawing/2014/main" id="{90DC9979-9D2A-CC38-C2D4-51D936C07A14}"/>
              </a:ext>
            </a:extLst>
          </p:cNvPr>
          <p:cNvSpPr/>
          <p:nvPr/>
        </p:nvSpPr>
        <p:spPr>
          <a:xfrm>
            <a:off x="4889325" y="4587728"/>
            <a:ext cx="994536" cy="235315"/>
          </a:xfrm>
          <a:prstGeom prst="rightArrow">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grpSp>
        <p:nvGrpSpPr>
          <p:cNvPr id="51" name="グループ化 50">
            <a:extLst>
              <a:ext uri="{FF2B5EF4-FFF2-40B4-BE49-F238E27FC236}">
                <a16:creationId xmlns:a16="http://schemas.microsoft.com/office/drawing/2014/main" id="{0ABF99E0-FBB8-3C41-84B1-C66F8033CD97}"/>
              </a:ext>
            </a:extLst>
          </p:cNvPr>
          <p:cNvGrpSpPr/>
          <p:nvPr/>
        </p:nvGrpSpPr>
        <p:grpSpPr>
          <a:xfrm>
            <a:off x="5761136" y="4427907"/>
            <a:ext cx="436820" cy="559246"/>
            <a:chOff x="2297842" y="3048072"/>
            <a:chExt cx="436820" cy="559246"/>
          </a:xfrm>
        </p:grpSpPr>
        <p:sp>
          <p:nvSpPr>
            <p:cNvPr id="52" name="四角形: メモ 51">
              <a:extLst>
                <a:ext uri="{FF2B5EF4-FFF2-40B4-BE49-F238E27FC236}">
                  <a16:creationId xmlns:a16="http://schemas.microsoft.com/office/drawing/2014/main" id="{062D08C2-3818-A07C-A3C4-C05336B4B4FA}"/>
                </a:ext>
              </a:extLst>
            </p:cNvPr>
            <p:cNvSpPr/>
            <p:nvPr/>
          </p:nvSpPr>
          <p:spPr>
            <a:xfrm>
              <a:off x="2297842" y="3048072"/>
              <a:ext cx="436820" cy="559246"/>
            </a:xfrm>
            <a:prstGeom prst="foldedCorner">
              <a:avLst>
                <a:gd name="adj" fmla="val 30941"/>
              </a:avLst>
            </a:prstGeom>
            <a:solidFill>
              <a:srgbClr val="00CC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53" name="テキスト ボックス 52">
              <a:extLst>
                <a:ext uri="{FF2B5EF4-FFF2-40B4-BE49-F238E27FC236}">
                  <a16:creationId xmlns:a16="http://schemas.microsoft.com/office/drawing/2014/main" id="{40882903-0547-5011-0FF8-B8FB711D4EF5}"/>
                </a:ext>
              </a:extLst>
            </p:cNvPr>
            <p:cNvSpPr txBox="1"/>
            <p:nvPr/>
          </p:nvSpPr>
          <p:spPr>
            <a:xfrm>
              <a:off x="2455292" y="3077327"/>
              <a:ext cx="263231" cy="484748"/>
            </a:xfrm>
            <a:prstGeom prst="rect">
              <a:avLst/>
            </a:prstGeom>
          </p:spPr>
          <p:txBody>
            <a:bodyPr vert="horz" wrap="square" lIns="0" tIns="0" rIns="0" bIns="0"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1" lang="ja-JP" altLang="en-US" sz="1050" b="0" i="0" u="none" strike="noStrike" kern="1200" cap="none" spc="0" normalizeH="0" baseline="0" noProof="0" dirty="0">
                  <a:ln>
                    <a:noFill/>
                  </a:ln>
                  <a:solidFill>
                    <a:srgbClr val="404040"/>
                  </a:solidFill>
                  <a:effectLst/>
                  <a:uLnTx/>
                  <a:uFillTx/>
                  <a:latin typeface="Arial"/>
                  <a:ea typeface="Meiryo UI"/>
                  <a:cs typeface="+mn-cs"/>
                </a:rPr>
                <a:t>依頼書</a:t>
              </a:r>
            </a:p>
          </p:txBody>
        </p:sp>
      </p:grpSp>
      <p:sp>
        <p:nvSpPr>
          <p:cNvPr id="54" name="矢印: 右 53">
            <a:extLst>
              <a:ext uri="{FF2B5EF4-FFF2-40B4-BE49-F238E27FC236}">
                <a16:creationId xmlns:a16="http://schemas.microsoft.com/office/drawing/2014/main" id="{682B9D3F-5FE4-BB16-6630-3ACE7296F77E}"/>
              </a:ext>
            </a:extLst>
          </p:cNvPr>
          <p:cNvSpPr/>
          <p:nvPr/>
        </p:nvSpPr>
        <p:spPr>
          <a:xfrm>
            <a:off x="6203690" y="4582133"/>
            <a:ext cx="994536" cy="235315"/>
          </a:xfrm>
          <a:prstGeom prst="rightArrow">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pic>
        <p:nvPicPr>
          <p:cNvPr id="55" name="図 54">
            <a:extLst>
              <a:ext uri="{FF2B5EF4-FFF2-40B4-BE49-F238E27FC236}">
                <a16:creationId xmlns:a16="http://schemas.microsoft.com/office/drawing/2014/main" id="{64137E31-B0F9-B4BB-5A5A-36F002ACB528}"/>
              </a:ext>
            </a:extLst>
          </p:cNvPr>
          <p:cNvPicPr>
            <a:picLocks noChangeAspect="1"/>
          </p:cNvPicPr>
          <p:nvPr/>
        </p:nvPicPr>
        <p:blipFill>
          <a:blip r:embed="rId2"/>
          <a:stretch>
            <a:fillRect/>
          </a:stretch>
        </p:blipFill>
        <p:spPr>
          <a:xfrm>
            <a:off x="8337739" y="4149148"/>
            <a:ext cx="839763" cy="839763"/>
          </a:xfrm>
          <a:prstGeom prst="rect">
            <a:avLst/>
          </a:prstGeom>
        </p:spPr>
      </p:pic>
      <p:pic>
        <p:nvPicPr>
          <p:cNvPr id="56" name="Picture 8">
            <a:extLst>
              <a:ext uri="{FF2B5EF4-FFF2-40B4-BE49-F238E27FC236}">
                <a16:creationId xmlns:a16="http://schemas.microsoft.com/office/drawing/2014/main" id="{16DD3CD5-AC17-0A0C-2074-A0826DB86E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7073" y="4128311"/>
            <a:ext cx="856445" cy="856445"/>
          </a:xfrm>
          <a:prstGeom prst="rect">
            <a:avLst/>
          </a:prstGeom>
          <a:noFill/>
          <a:extLst>
            <a:ext uri="{909E8E84-426E-40DD-AFC4-6F175D3DCCD1}">
              <a14:hiddenFill xmlns:a14="http://schemas.microsoft.com/office/drawing/2010/main">
                <a:solidFill>
                  <a:srgbClr val="FFFFFF"/>
                </a:solidFill>
              </a14:hiddenFill>
            </a:ext>
          </a:extLst>
        </p:spPr>
      </p:pic>
      <p:sp>
        <p:nvSpPr>
          <p:cNvPr id="57" name="Text Placeholder 2">
            <a:extLst>
              <a:ext uri="{FF2B5EF4-FFF2-40B4-BE49-F238E27FC236}">
                <a16:creationId xmlns:a16="http://schemas.microsoft.com/office/drawing/2014/main" id="{D700D6B5-0F34-8C78-DF78-58D287B9E8BF}"/>
              </a:ext>
            </a:extLst>
          </p:cNvPr>
          <p:cNvSpPr txBox="1">
            <a:spLocks/>
          </p:cNvSpPr>
          <p:nvPr/>
        </p:nvSpPr>
        <p:spPr>
          <a:xfrm>
            <a:off x="7414087" y="4795057"/>
            <a:ext cx="924267" cy="396816"/>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404040"/>
                </a:solidFill>
                <a:effectLst/>
                <a:uLnTx/>
                <a:uFillTx/>
                <a:latin typeface="Meiryo UI"/>
                <a:ea typeface="Meiryo UI"/>
                <a:cs typeface="+mn-cs"/>
              </a:rPr>
              <a:t>担当者</a:t>
            </a:r>
          </a:p>
        </p:txBody>
      </p:sp>
      <p:sp>
        <p:nvSpPr>
          <p:cNvPr id="58" name="Text Placeholder 2">
            <a:extLst>
              <a:ext uri="{FF2B5EF4-FFF2-40B4-BE49-F238E27FC236}">
                <a16:creationId xmlns:a16="http://schemas.microsoft.com/office/drawing/2014/main" id="{7B9635CA-C504-2213-D71F-26D2A2E20087}"/>
              </a:ext>
            </a:extLst>
          </p:cNvPr>
          <p:cNvSpPr txBox="1">
            <a:spLocks/>
          </p:cNvSpPr>
          <p:nvPr/>
        </p:nvSpPr>
        <p:spPr>
          <a:xfrm>
            <a:off x="8320435" y="4804035"/>
            <a:ext cx="924267" cy="396816"/>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404040"/>
                </a:solidFill>
                <a:effectLst/>
                <a:uLnTx/>
                <a:uFillTx/>
                <a:latin typeface="Meiryo UI"/>
                <a:ea typeface="Meiryo UI"/>
                <a:cs typeface="+mn-cs"/>
              </a:rPr>
              <a:t>責任者</a:t>
            </a:r>
          </a:p>
        </p:txBody>
      </p:sp>
      <p:sp>
        <p:nvSpPr>
          <p:cNvPr id="59" name="Text Placeholder 2">
            <a:extLst>
              <a:ext uri="{FF2B5EF4-FFF2-40B4-BE49-F238E27FC236}">
                <a16:creationId xmlns:a16="http://schemas.microsoft.com/office/drawing/2014/main" id="{78961ADE-F246-D002-8AD4-844F857809EC}"/>
              </a:ext>
            </a:extLst>
          </p:cNvPr>
          <p:cNvSpPr txBox="1">
            <a:spLocks/>
          </p:cNvSpPr>
          <p:nvPr/>
        </p:nvSpPr>
        <p:spPr>
          <a:xfrm>
            <a:off x="5947017" y="4228647"/>
            <a:ext cx="1472260" cy="290901"/>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404040"/>
                </a:solidFill>
                <a:effectLst/>
                <a:uLnTx/>
                <a:uFillTx/>
                <a:latin typeface="Meiryo UI"/>
                <a:ea typeface="Meiryo UI"/>
                <a:cs typeface="+mn-cs"/>
              </a:rPr>
              <a:t>メール等</a:t>
            </a:r>
            <a:endParaRPr kumimoji="1" lang="en-US" altLang="ja-JP" sz="1200" b="0" i="0" u="none" strike="noStrike" kern="1200" cap="none" spc="0" normalizeH="0" baseline="0" noProof="0" dirty="0">
              <a:ln>
                <a:noFill/>
              </a:ln>
              <a:solidFill>
                <a:srgbClr val="404040"/>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404040"/>
                </a:solidFill>
                <a:effectLst/>
                <a:uLnTx/>
                <a:uFillTx/>
                <a:latin typeface="Meiryo UI"/>
                <a:ea typeface="Meiryo UI"/>
                <a:cs typeface="+mn-cs"/>
              </a:rPr>
              <a:t>で送付</a:t>
            </a:r>
          </a:p>
        </p:txBody>
      </p:sp>
      <p:pic>
        <p:nvPicPr>
          <p:cNvPr id="60" name="Picture 4">
            <a:extLst>
              <a:ext uri="{FF2B5EF4-FFF2-40B4-BE49-F238E27FC236}">
                <a16:creationId xmlns:a16="http://schemas.microsoft.com/office/drawing/2014/main" id="{BF739742-8152-7C5F-E2D4-CD84D2474A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34004" y="4173776"/>
            <a:ext cx="780245" cy="780245"/>
          </a:xfrm>
          <a:prstGeom prst="rect">
            <a:avLst/>
          </a:prstGeom>
          <a:noFill/>
          <a:extLst>
            <a:ext uri="{909E8E84-426E-40DD-AFC4-6F175D3DCCD1}">
              <a14:hiddenFill xmlns:a14="http://schemas.microsoft.com/office/drawing/2010/main">
                <a:solidFill>
                  <a:srgbClr val="FFFFFF"/>
                </a:solidFill>
              </a14:hiddenFill>
            </a:ext>
          </a:extLst>
        </p:spPr>
      </p:pic>
      <p:sp>
        <p:nvSpPr>
          <p:cNvPr id="61" name="Text Placeholder 2">
            <a:extLst>
              <a:ext uri="{FF2B5EF4-FFF2-40B4-BE49-F238E27FC236}">
                <a16:creationId xmlns:a16="http://schemas.microsoft.com/office/drawing/2014/main" id="{A8EFD8AF-0486-AFD2-529D-8DB09C3F82F2}"/>
              </a:ext>
            </a:extLst>
          </p:cNvPr>
          <p:cNvSpPr txBox="1">
            <a:spLocks/>
          </p:cNvSpPr>
          <p:nvPr/>
        </p:nvSpPr>
        <p:spPr>
          <a:xfrm>
            <a:off x="10384914" y="4769859"/>
            <a:ext cx="890295" cy="396816"/>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404040"/>
                </a:solidFill>
                <a:effectLst/>
                <a:uLnTx/>
                <a:uFillTx/>
                <a:latin typeface="Meiryo UI"/>
                <a:ea typeface="Meiryo UI"/>
                <a:cs typeface="+mn-cs"/>
              </a:rPr>
              <a:t>依頼者</a:t>
            </a:r>
          </a:p>
        </p:txBody>
      </p:sp>
      <p:sp>
        <p:nvSpPr>
          <p:cNvPr id="62" name="矢印: 右 61">
            <a:extLst>
              <a:ext uri="{FF2B5EF4-FFF2-40B4-BE49-F238E27FC236}">
                <a16:creationId xmlns:a16="http://schemas.microsoft.com/office/drawing/2014/main" id="{1BD504A4-0AEB-AF31-F469-2B1CFC0EABBA}"/>
              </a:ext>
            </a:extLst>
          </p:cNvPr>
          <p:cNvSpPr/>
          <p:nvPr/>
        </p:nvSpPr>
        <p:spPr>
          <a:xfrm>
            <a:off x="9321297" y="4580315"/>
            <a:ext cx="994536" cy="235315"/>
          </a:xfrm>
          <a:prstGeom prst="rightArrow">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63" name="Text Placeholder 2">
            <a:extLst>
              <a:ext uri="{FF2B5EF4-FFF2-40B4-BE49-F238E27FC236}">
                <a16:creationId xmlns:a16="http://schemas.microsoft.com/office/drawing/2014/main" id="{F046331C-086A-C192-CC57-A461F0845508}"/>
              </a:ext>
            </a:extLst>
          </p:cNvPr>
          <p:cNvSpPr txBox="1">
            <a:spLocks/>
          </p:cNvSpPr>
          <p:nvPr/>
        </p:nvSpPr>
        <p:spPr>
          <a:xfrm>
            <a:off x="9063531" y="4154424"/>
            <a:ext cx="1472260" cy="276999"/>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404040"/>
                </a:solidFill>
                <a:effectLst/>
                <a:uLnTx/>
                <a:uFillTx/>
                <a:latin typeface="Meiryo UI"/>
                <a:ea typeface="Meiryo UI"/>
                <a:cs typeface="+mn-cs"/>
              </a:rPr>
              <a:t>確認して連絡</a:t>
            </a:r>
          </a:p>
        </p:txBody>
      </p:sp>
      <p:grpSp>
        <p:nvGrpSpPr>
          <p:cNvPr id="64" name="グループ化 63">
            <a:extLst>
              <a:ext uri="{FF2B5EF4-FFF2-40B4-BE49-F238E27FC236}">
                <a16:creationId xmlns:a16="http://schemas.microsoft.com/office/drawing/2014/main" id="{F99DC9BE-7723-5B8B-9DB6-A3BF7B188686}"/>
              </a:ext>
            </a:extLst>
          </p:cNvPr>
          <p:cNvGrpSpPr/>
          <p:nvPr/>
        </p:nvGrpSpPr>
        <p:grpSpPr>
          <a:xfrm>
            <a:off x="9560020" y="4418349"/>
            <a:ext cx="436820" cy="559246"/>
            <a:chOff x="2297842" y="3048072"/>
            <a:chExt cx="436820" cy="559246"/>
          </a:xfrm>
        </p:grpSpPr>
        <p:sp>
          <p:nvSpPr>
            <p:cNvPr id="65" name="四角形: メモ 64">
              <a:extLst>
                <a:ext uri="{FF2B5EF4-FFF2-40B4-BE49-F238E27FC236}">
                  <a16:creationId xmlns:a16="http://schemas.microsoft.com/office/drawing/2014/main" id="{505BAE25-E2E8-526F-E143-E0014290EF48}"/>
                </a:ext>
              </a:extLst>
            </p:cNvPr>
            <p:cNvSpPr/>
            <p:nvPr/>
          </p:nvSpPr>
          <p:spPr>
            <a:xfrm>
              <a:off x="2297842" y="3048072"/>
              <a:ext cx="436820" cy="559246"/>
            </a:xfrm>
            <a:prstGeom prst="foldedCorner">
              <a:avLst>
                <a:gd name="adj" fmla="val 30941"/>
              </a:avLst>
            </a:prstGeom>
            <a:solidFill>
              <a:srgbClr val="00CC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66" name="テキスト ボックス 65">
              <a:extLst>
                <a:ext uri="{FF2B5EF4-FFF2-40B4-BE49-F238E27FC236}">
                  <a16:creationId xmlns:a16="http://schemas.microsoft.com/office/drawing/2014/main" id="{1DACE928-10E4-7A18-29EE-F65973007B86}"/>
                </a:ext>
              </a:extLst>
            </p:cNvPr>
            <p:cNvSpPr txBox="1"/>
            <p:nvPr/>
          </p:nvSpPr>
          <p:spPr>
            <a:xfrm>
              <a:off x="2455292" y="3077327"/>
              <a:ext cx="263231" cy="484748"/>
            </a:xfrm>
            <a:prstGeom prst="rect">
              <a:avLst/>
            </a:prstGeom>
          </p:spPr>
          <p:txBody>
            <a:bodyPr vert="horz" wrap="square" lIns="0" tIns="0" rIns="0" bIns="0"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1" lang="ja-JP" altLang="en-US" sz="1050" b="0" i="0" u="none" strike="noStrike" kern="1200" cap="none" spc="0" normalizeH="0" baseline="0" noProof="0" dirty="0">
                  <a:ln>
                    <a:noFill/>
                  </a:ln>
                  <a:solidFill>
                    <a:srgbClr val="404040"/>
                  </a:solidFill>
                  <a:effectLst/>
                  <a:uLnTx/>
                  <a:uFillTx/>
                  <a:latin typeface="Arial"/>
                  <a:ea typeface="Meiryo UI"/>
                  <a:cs typeface="+mn-cs"/>
                </a:rPr>
                <a:t>依頼書</a:t>
              </a:r>
            </a:p>
          </p:txBody>
        </p:sp>
      </p:grpSp>
      <p:pic>
        <p:nvPicPr>
          <p:cNvPr id="67" name="Picture 8">
            <a:extLst>
              <a:ext uri="{FF2B5EF4-FFF2-40B4-BE49-F238E27FC236}">
                <a16:creationId xmlns:a16="http://schemas.microsoft.com/office/drawing/2014/main" id="{CAB106E9-0884-E4C1-E34C-F240F45E0B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2959" y="5679754"/>
            <a:ext cx="856445" cy="856445"/>
          </a:xfrm>
          <a:prstGeom prst="rect">
            <a:avLst/>
          </a:prstGeom>
          <a:noFill/>
          <a:extLst>
            <a:ext uri="{909E8E84-426E-40DD-AFC4-6F175D3DCCD1}">
              <a14:hiddenFill xmlns:a14="http://schemas.microsoft.com/office/drawing/2010/main">
                <a:solidFill>
                  <a:srgbClr val="FFFFFF"/>
                </a:solidFill>
              </a14:hiddenFill>
            </a:ext>
          </a:extLst>
        </p:spPr>
      </p:pic>
      <p:sp>
        <p:nvSpPr>
          <p:cNvPr id="68" name="Text Placeholder 2">
            <a:extLst>
              <a:ext uri="{FF2B5EF4-FFF2-40B4-BE49-F238E27FC236}">
                <a16:creationId xmlns:a16="http://schemas.microsoft.com/office/drawing/2014/main" id="{846604DB-5E0C-C8AE-50D4-E336E5A670CF}"/>
              </a:ext>
            </a:extLst>
          </p:cNvPr>
          <p:cNvSpPr txBox="1">
            <a:spLocks/>
          </p:cNvSpPr>
          <p:nvPr/>
        </p:nvSpPr>
        <p:spPr>
          <a:xfrm>
            <a:off x="1199973" y="6346500"/>
            <a:ext cx="924267" cy="396816"/>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ts val="25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srgbClr val="404040"/>
                </a:solidFill>
                <a:effectLst/>
                <a:uLnTx/>
                <a:uFillTx/>
                <a:latin typeface="Meiryo UI"/>
                <a:ea typeface="Meiryo UI"/>
                <a:cs typeface="+mn-cs"/>
              </a:rPr>
              <a:t>担当者</a:t>
            </a:r>
          </a:p>
        </p:txBody>
      </p:sp>
      <p:sp>
        <p:nvSpPr>
          <p:cNvPr id="69" name="矢印: 右 68">
            <a:extLst>
              <a:ext uri="{FF2B5EF4-FFF2-40B4-BE49-F238E27FC236}">
                <a16:creationId xmlns:a16="http://schemas.microsoft.com/office/drawing/2014/main" id="{527E0D80-885D-CEC0-F416-808978200B30}"/>
              </a:ext>
            </a:extLst>
          </p:cNvPr>
          <p:cNvSpPr/>
          <p:nvPr/>
        </p:nvSpPr>
        <p:spPr>
          <a:xfrm>
            <a:off x="2270089" y="6064456"/>
            <a:ext cx="1603881" cy="235315"/>
          </a:xfrm>
          <a:prstGeom prst="rightArrow">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70" name="Text Placeholder 2">
            <a:extLst>
              <a:ext uri="{FF2B5EF4-FFF2-40B4-BE49-F238E27FC236}">
                <a16:creationId xmlns:a16="http://schemas.microsoft.com/office/drawing/2014/main" id="{B329D107-3D63-B8E8-B9E6-9B37F0067F2C}"/>
              </a:ext>
            </a:extLst>
          </p:cNvPr>
          <p:cNvSpPr txBox="1">
            <a:spLocks/>
          </p:cNvSpPr>
          <p:nvPr/>
        </p:nvSpPr>
        <p:spPr>
          <a:xfrm>
            <a:off x="2200440" y="5876967"/>
            <a:ext cx="1707367" cy="290901"/>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404040"/>
                </a:solidFill>
                <a:effectLst/>
                <a:uLnTx/>
                <a:uFillTx/>
                <a:latin typeface="Meiryo UI"/>
                <a:ea typeface="Meiryo UI"/>
                <a:cs typeface="+mn-cs"/>
              </a:rPr>
              <a:t>過去の案件を検索</a:t>
            </a:r>
          </a:p>
        </p:txBody>
      </p:sp>
      <p:sp>
        <p:nvSpPr>
          <p:cNvPr id="71" name="正方形/長方形 70">
            <a:extLst>
              <a:ext uri="{FF2B5EF4-FFF2-40B4-BE49-F238E27FC236}">
                <a16:creationId xmlns:a16="http://schemas.microsoft.com/office/drawing/2014/main" id="{E7D4ACC3-1DC7-9028-52BC-689354A72C52}"/>
              </a:ext>
            </a:extLst>
          </p:cNvPr>
          <p:cNvSpPr/>
          <p:nvPr/>
        </p:nvSpPr>
        <p:spPr>
          <a:xfrm>
            <a:off x="7510919" y="5585238"/>
            <a:ext cx="3831095" cy="1174784"/>
          </a:xfrm>
          <a:prstGeom prst="rect">
            <a:avLst/>
          </a:prstGeom>
          <a:solidFill>
            <a:srgbClr val="FFFFFF">
              <a:alpha val="74902"/>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grpSp>
        <p:nvGrpSpPr>
          <p:cNvPr id="72" name="グループ化 71">
            <a:extLst>
              <a:ext uri="{FF2B5EF4-FFF2-40B4-BE49-F238E27FC236}">
                <a16:creationId xmlns:a16="http://schemas.microsoft.com/office/drawing/2014/main" id="{EBA7C59D-5F45-A640-848B-6E0BDACB4C82}"/>
              </a:ext>
            </a:extLst>
          </p:cNvPr>
          <p:cNvGrpSpPr/>
          <p:nvPr/>
        </p:nvGrpSpPr>
        <p:grpSpPr>
          <a:xfrm>
            <a:off x="8909077" y="5910243"/>
            <a:ext cx="436820" cy="559246"/>
            <a:chOff x="2297842" y="3048072"/>
            <a:chExt cx="436820" cy="559246"/>
          </a:xfrm>
          <a:solidFill>
            <a:schemeClr val="bg1">
              <a:lumMod val="85000"/>
            </a:schemeClr>
          </a:solidFill>
        </p:grpSpPr>
        <p:sp>
          <p:nvSpPr>
            <p:cNvPr id="73" name="四角形: メモ 72">
              <a:extLst>
                <a:ext uri="{FF2B5EF4-FFF2-40B4-BE49-F238E27FC236}">
                  <a16:creationId xmlns:a16="http://schemas.microsoft.com/office/drawing/2014/main" id="{D78A8B54-58D0-B876-6A38-E4BC643B2D7A}"/>
                </a:ext>
              </a:extLst>
            </p:cNvPr>
            <p:cNvSpPr/>
            <p:nvPr/>
          </p:nvSpPr>
          <p:spPr>
            <a:xfrm>
              <a:off x="2297842" y="3048072"/>
              <a:ext cx="436820" cy="559246"/>
            </a:xfrm>
            <a:prstGeom prst="foldedCorner">
              <a:avLst>
                <a:gd name="adj" fmla="val 30941"/>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74" name="テキスト ボックス 73">
              <a:extLst>
                <a:ext uri="{FF2B5EF4-FFF2-40B4-BE49-F238E27FC236}">
                  <a16:creationId xmlns:a16="http://schemas.microsoft.com/office/drawing/2014/main" id="{8AE8CB77-0DB8-B5B0-8F9E-C1F6730C0CD6}"/>
                </a:ext>
              </a:extLst>
            </p:cNvPr>
            <p:cNvSpPr txBox="1"/>
            <p:nvPr/>
          </p:nvSpPr>
          <p:spPr>
            <a:xfrm>
              <a:off x="2455292" y="3077327"/>
              <a:ext cx="263231" cy="484748"/>
            </a:xfrm>
            <a:prstGeom prst="rect">
              <a:avLst/>
            </a:prstGeom>
            <a:grpFill/>
          </p:spPr>
          <p:txBody>
            <a:bodyPr vert="horz" wrap="square" lIns="0" tIns="0" rIns="0" bIns="0"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1" lang="ja-JP" altLang="en-US" sz="1050" b="0" i="0" u="none" strike="noStrike" kern="1200" cap="none" spc="0" normalizeH="0" baseline="0" noProof="0" dirty="0">
                  <a:ln>
                    <a:noFill/>
                  </a:ln>
                  <a:solidFill>
                    <a:srgbClr val="404040"/>
                  </a:solidFill>
                  <a:effectLst/>
                  <a:uLnTx/>
                  <a:uFillTx/>
                  <a:latin typeface="Arial"/>
                  <a:ea typeface="Meiryo UI"/>
                  <a:cs typeface="+mn-cs"/>
                </a:rPr>
                <a:t>依頼書</a:t>
              </a:r>
            </a:p>
          </p:txBody>
        </p:sp>
      </p:grpSp>
      <p:grpSp>
        <p:nvGrpSpPr>
          <p:cNvPr id="75" name="グループ化 74">
            <a:extLst>
              <a:ext uri="{FF2B5EF4-FFF2-40B4-BE49-F238E27FC236}">
                <a16:creationId xmlns:a16="http://schemas.microsoft.com/office/drawing/2014/main" id="{78F0243E-ACC6-7557-CFF8-AD4E9DD5984A}"/>
              </a:ext>
            </a:extLst>
          </p:cNvPr>
          <p:cNvGrpSpPr/>
          <p:nvPr/>
        </p:nvGrpSpPr>
        <p:grpSpPr>
          <a:xfrm>
            <a:off x="9432519" y="5920313"/>
            <a:ext cx="436820" cy="559246"/>
            <a:chOff x="2297842" y="3048072"/>
            <a:chExt cx="436820" cy="559246"/>
          </a:xfrm>
          <a:solidFill>
            <a:schemeClr val="bg1">
              <a:lumMod val="85000"/>
            </a:schemeClr>
          </a:solidFill>
        </p:grpSpPr>
        <p:sp>
          <p:nvSpPr>
            <p:cNvPr id="76" name="四角形: メモ 75">
              <a:extLst>
                <a:ext uri="{FF2B5EF4-FFF2-40B4-BE49-F238E27FC236}">
                  <a16:creationId xmlns:a16="http://schemas.microsoft.com/office/drawing/2014/main" id="{1593FDDD-2F3D-135E-E629-9DDF67AD1C13}"/>
                </a:ext>
              </a:extLst>
            </p:cNvPr>
            <p:cNvSpPr/>
            <p:nvPr/>
          </p:nvSpPr>
          <p:spPr>
            <a:xfrm>
              <a:off x="2297842" y="3048072"/>
              <a:ext cx="436820" cy="559246"/>
            </a:xfrm>
            <a:prstGeom prst="foldedCorner">
              <a:avLst>
                <a:gd name="adj" fmla="val 30941"/>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77" name="テキスト ボックス 76">
              <a:extLst>
                <a:ext uri="{FF2B5EF4-FFF2-40B4-BE49-F238E27FC236}">
                  <a16:creationId xmlns:a16="http://schemas.microsoft.com/office/drawing/2014/main" id="{D1BBB3C5-8D5F-56C0-D433-DDEEC056CE84}"/>
                </a:ext>
              </a:extLst>
            </p:cNvPr>
            <p:cNvSpPr txBox="1"/>
            <p:nvPr/>
          </p:nvSpPr>
          <p:spPr>
            <a:xfrm>
              <a:off x="2455293" y="3077327"/>
              <a:ext cx="199800" cy="484748"/>
            </a:xfrm>
            <a:prstGeom prst="rect">
              <a:avLst/>
            </a:prstGeom>
            <a:grpFill/>
          </p:spPr>
          <p:txBody>
            <a:bodyPr vert="horz" wrap="square" lIns="0" tIns="0" rIns="0" bIns="0"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1" lang="ja-JP" altLang="en-US" sz="1050" b="0" i="0" u="none" strike="noStrike" kern="1200" cap="none" spc="0" normalizeH="0" baseline="0" noProof="0" dirty="0">
                  <a:ln>
                    <a:noFill/>
                  </a:ln>
                  <a:solidFill>
                    <a:srgbClr val="404040"/>
                  </a:solidFill>
                  <a:effectLst/>
                  <a:uLnTx/>
                  <a:uFillTx/>
                  <a:latin typeface="Arial"/>
                  <a:ea typeface="Meiryo UI"/>
                  <a:cs typeface="+mn-cs"/>
                </a:rPr>
                <a:t>データ</a:t>
              </a:r>
            </a:p>
          </p:txBody>
        </p:sp>
      </p:grpSp>
      <p:grpSp>
        <p:nvGrpSpPr>
          <p:cNvPr id="78" name="グループ化 77">
            <a:extLst>
              <a:ext uri="{FF2B5EF4-FFF2-40B4-BE49-F238E27FC236}">
                <a16:creationId xmlns:a16="http://schemas.microsoft.com/office/drawing/2014/main" id="{8190A90B-1655-AD3E-0E64-F89C5DFF8CEB}"/>
              </a:ext>
            </a:extLst>
          </p:cNvPr>
          <p:cNvGrpSpPr/>
          <p:nvPr/>
        </p:nvGrpSpPr>
        <p:grpSpPr>
          <a:xfrm>
            <a:off x="9969025" y="5912063"/>
            <a:ext cx="436820" cy="559246"/>
            <a:chOff x="2297842" y="3048072"/>
            <a:chExt cx="436820" cy="559246"/>
          </a:xfrm>
          <a:solidFill>
            <a:schemeClr val="bg1">
              <a:lumMod val="85000"/>
            </a:schemeClr>
          </a:solidFill>
        </p:grpSpPr>
        <p:sp>
          <p:nvSpPr>
            <p:cNvPr id="79" name="四角形: メモ 78">
              <a:extLst>
                <a:ext uri="{FF2B5EF4-FFF2-40B4-BE49-F238E27FC236}">
                  <a16:creationId xmlns:a16="http://schemas.microsoft.com/office/drawing/2014/main" id="{6A27ED7B-F3ED-79AC-511D-230F17800308}"/>
                </a:ext>
              </a:extLst>
            </p:cNvPr>
            <p:cNvSpPr/>
            <p:nvPr/>
          </p:nvSpPr>
          <p:spPr>
            <a:xfrm>
              <a:off x="2297842" y="3048072"/>
              <a:ext cx="436820" cy="559246"/>
            </a:xfrm>
            <a:prstGeom prst="foldedCorner">
              <a:avLst>
                <a:gd name="adj" fmla="val 30941"/>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80" name="テキスト ボックス 79">
              <a:extLst>
                <a:ext uri="{FF2B5EF4-FFF2-40B4-BE49-F238E27FC236}">
                  <a16:creationId xmlns:a16="http://schemas.microsoft.com/office/drawing/2014/main" id="{73D6AA14-A78F-D744-004E-7E990A08E370}"/>
                </a:ext>
              </a:extLst>
            </p:cNvPr>
            <p:cNvSpPr txBox="1"/>
            <p:nvPr/>
          </p:nvSpPr>
          <p:spPr>
            <a:xfrm>
              <a:off x="2455292" y="3077327"/>
              <a:ext cx="263231" cy="484748"/>
            </a:xfrm>
            <a:prstGeom prst="rect">
              <a:avLst/>
            </a:prstGeom>
            <a:grpFill/>
          </p:spPr>
          <p:txBody>
            <a:bodyPr vert="horz" wrap="square" lIns="0" tIns="0" rIns="0" bIns="0"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1" lang="ja-JP" altLang="en-US" sz="1050" b="0" i="0" u="none" strike="noStrike" kern="1200" cap="none" spc="0" normalizeH="0" baseline="0" noProof="0" dirty="0">
                  <a:ln>
                    <a:noFill/>
                  </a:ln>
                  <a:solidFill>
                    <a:srgbClr val="404040"/>
                  </a:solidFill>
                  <a:effectLst/>
                  <a:uLnTx/>
                  <a:uFillTx/>
                  <a:latin typeface="Arial"/>
                  <a:ea typeface="Meiryo UI"/>
                  <a:cs typeface="+mn-cs"/>
                </a:rPr>
                <a:t>報告書</a:t>
              </a:r>
            </a:p>
          </p:txBody>
        </p:sp>
      </p:grpSp>
      <p:pic>
        <p:nvPicPr>
          <p:cNvPr id="81" name="図 80">
            <a:extLst>
              <a:ext uri="{FF2B5EF4-FFF2-40B4-BE49-F238E27FC236}">
                <a16:creationId xmlns:a16="http://schemas.microsoft.com/office/drawing/2014/main" id="{320CBE8B-C7E6-5917-4DC9-1CE651DB258B}"/>
              </a:ext>
            </a:extLst>
          </p:cNvPr>
          <p:cNvPicPr>
            <a:picLocks noChangeAspect="1"/>
          </p:cNvPicPr>
          <p:nvPr/>
        </p:nvPicPr>
        <p:blipFill>
          <a:blip r:embed="rId7"/>
          <a:stretch>
            <a:fillRect/>
          </a:stretch>
        </p:blipFill>
        <p:spPr>
          <a:xfrm>
            <a:off x="4190022" y="5933849"/>
            <a:ext cx="713617" cy="610143"/>
          </a:xfrm>
          <a:prstGeom prst="rect">
            <a:avLst/>
          </a:prstGeom>
        </p:spPr>
      </p:pic>
      <p:sp>
        <p:nvSpPr>
          <p:cNvPr id="82" name="Text Placeholder 2">
            <a:extLst>
              <a:ext uri="{FF2B5EF4-FFF2-40B4-BE49-F238E27FC236}">
                <a16:creationId xmlns:a16="http://schemas.microsoft.com/office/drawing/2014/main" id="{2F550DD2-442A-C1AA-0766-E2D3F825D4DC}"/>
              </a:ext>
            </a:extLst>
          </p:cNvPr>
          <p:cNvSpPr txBox="1">
            <a:spLocks/>
          </p:cNvSpPr>
          <p:nvPr/>
        </p:nvSpPr>
        <p:spPr>
          <a:xfrm>
            <a:off x="4936418" y="5918508"/>
            <a:ext cx="1707367" cy="290901"/>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404040"/>
                </a:solidFill>
                <a:effectLst/>
                <a:uLnTx/>
                <a:uFillTx/>
                <a:latin typeface="Meiryo UI"/>
                <a:ea typeface="Meiryo UI"/>
                <a:cs typeface="+mn-cs"/>
              </a:rPr>
              <a:t>OCR</a:t>
            </a:r>
            <a:r>
              <a:rPr kumimoji="1" lang="ja-JP" altLang="en-US" sz="1200" b="0" i="0" u="none" strike="noStrike" kern="1200" cap="none" spc="0" normalizeH="0" baseline="0" noProof="0" dirty="0">
                <a:ln>
                  <a:noFill/>
                </a:ln>
                <a:solidFill>
                  <a:srgbClr val="404040"/>
                </a:solidFill>
                <a:effectLst/>
                <a:uLnTx/>
                <a:uFillTx/>
                <a:latin typeface="Meiryo UI"/>
                <a:ea typeface="Meiryo UI"/>
                <a:cs typeface="+mn-cs"/>
              </a:rPr>
              <a:t>機能</a:t>
            </a:r>
            <a:endParaRPr kumimoji="1" lang="en-US" altLang="ja-JP" sz="1200" b="0" i="0" u="none" strike="noStrike" kern="1200" cap="none" spc="0" normalizeH="0" baseline="0" noProof="0" dirty="0">
              <a:ln>
                <a:noFill/>
              </a:ln>
              <a:solidFill>
                <a:srgbClr val="404040"/>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dirty="0">
              <a:ln>
                <a:noFill/>
              </a:ln>
              <a:solidFill>
                <a:srgbClr val="404040"/>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404040"/>
                </a:solidFill>
                <a:effectLst/>
                <a:uLnTx/>
                <a:uFillTx/>
                <a:latin typeface="Meiryo UI"/>
                <a:ea typeface="Meiryo UI"/>
                <a:cs typeface="+mn-cs"/>
              </a:rPr>
              <a:t>言語類似検索機能</a:t>
            </a:r>
          </a:p>
        </p:txBody>
      </p:sp>
      <p:sp>
        <p:nvSpPr>
          <p:cNvPr id="83" name="テキスト ボックス 82">
            <a:extLst>
              <a:ext uri="{FF2B5EF4-FFF2-40B4-BE49-F238E27FC236}">
                <a16:creationId xmlns:a16="http://schemas.microsoft.com/office/drawing/2014/main" id="{9ED10978-AF57-9C9B-935E-B9007AF9EB4A}"/>
              </a:ext>
            </a:extLst>
          </p:cNvPr>
          <p:cNvSpPr txBox="1"/>
          <p:nvPr/>
        </p:nvSpPr>
        <p:spPr>
          <a:xfrm>
            <a:off x="6469247" y="5979874"/>
            <a:ext cx="2343895" cy="492443"/>
          </a:xfrm>
          <a:prstGeom prst="rect">
            <a:avLst/>
          </a:prstGeom>
        </p:spPr>
        <p:txBody>
          <a:bodyPr vert="horz" wrap="square" lIns="0" tIns="0" rIns="0" bIns="0" rtlCol="0">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1" lang="ja-JP" altLang="en-US" sz="1600" b="0" i="0" u="none" strike="noStrike" kern="1200" cap="none" spc="0" normalizeH="0" baseline="0" noProof="0" dirty="0">
                <a:ln>
                  <a:noFill/>
                </a:ln>
                <a:solidFill>
                  <a:srgbClr val="404040"/>
                </a:solidFill>
                <a:effectLst/>
                <a:uLnTx/>
                <a:uFillTx/>
                <a:latin typeface="Meiryo UI"/>
                <a:ea typeface="Meiryo UI"/>
                <a:cs typeface="+mn-cs"/>
              </a:rPr>
              <a:t>過去に解析</a:t>
            </a:r>
            <a:r>
              <a:rPr kumimoji="1" lang="en-US" altLang="ja-JP" sz="1600" b="0" i="0" u="none" strike="noStrike" kern="1200" cap="none" spc="0" normalizeH="0" baseline="0" noProof="0" dirty="0">
                <a:ln>
                  <a:noFill/>
                </a:ln>
                <a:solidFill>
                  <a:srgbClr val="404040"/>
                </a:solidFill>
                <a:effectLst/>
                <a:uLnTx/>
                <a:uFillTx/>
                <a:latin typeface="Meiryo UI"/>
                <a:ea typeface="Meiryo UI"/>
                <a:cs typeface="+mn-cs"/>
              </a:rPr>
              <a:t>C</a:t>
            </a:r>
            <a:r>
              <a:rPr kumimoji="1" lang="ja-JP" altLang="en-US" sz="1600" b="0" i="0" u="none" strike="noStrike" kern="1200" cap="none" spc="0" normalizeH="0" baseline="0" noProof="0" dirty="0">
                <a:ln>
                  <a:noFill/>
                </a:ln>
                <a:solidFill>
                  <a:srgbClr val="404040"/>
                </a:solidFill>
                <a:effectLst/>
                <a:uLnTx/>
                <a:uFillTx/>
                <a:latin typeface="Meiryo UI"/>
                <a:ea typeface="Meiryo UI"/>
                <a:cs typeface="+mn-cs"/>
              </a:rPr>
              <a:t>で受託した</a:t>
            </a:r>
            <a:r>
              <a:rPr kumimoji="1" lang="en-US" altLang="ja-JP" sz="1600" b="0" i="0" u="none" strike="noStrike" kern="1200" cap="none" spc="0" normalizeH="0" baseline="0" noProof="0" dirty="0">
                <a:ln>
                  <a:noFill/>
                </a:ln>
                <a:solidFill>
                  <a:srgbClr val="404040"/>
                </a:solidFill>
                <a:effectLst/>
                <a:uLnTx/>
                <a:uFillTx/>
                <a:latin typeface="Meiryo UI"/>
                <a:ea typeface="Meiryo UI"/>
                <a:cs typeface="+mn-cs"/>
              </a:rPr>
              <a:t>【48512</a:t>
            </a:r>
            <a:r>
              <a:rPr kumimoji="1" lang="ja-JP" altLang="en-US" sz="1600" b="0" i="0" u="none" strike="noStrike" kern="1200" cap="none" spc="0" normalizeH="0" baseline="0" noProof="0" dirty="0">
                <a:ln>
                  <a:noFill/>
                </a:ln>
                <a:solidFill>
                  <a:srgbClr val="404040"/>
                </a:solidFill>
                <a:effectLst/>
                <a:uLnTx/>
                <a:uFillTx/>
                <a:latin typeface="Meiryo UI"/>
                <a:ea typeface="Meiryo UI"/>
                <a:cs typeface="+mn-cs"/>
              </a:rPr>
              <a:t>案件</a:t>
            </a:r>
            <a:r>
              <a:rPr kumimoji="1" lang="en-US" altLang="ja-JP" sz="1600" b="0" i="0" u="none" strike="noStrike" kern="1200" cap="none" spc="0" normalizeH="0" baseline="0" noProof="0" dirty="0">
                <a:ln>
                  <a:noFill/>
                </a:ln>
                <a:solidFill>
                  <a:srgbClr val="404040"/>
                </a:solidFill>
                <a:effectLst/>
                <a:uLnTx/>
                <a:uFillTx/>
                <a:latin typeface="Meiryo UI"/>
                <a:ea typeface="Meiryo UI"/>
                <a:cs typeface="+mn-cs"/>
              </a:rPr>
              <a:t>】</a:t>
            </a:r>
            <a:r>
              <a:rPr kumimoji="1" lang="ja-JP" altLang="en-US" sz="1600" b="0" i="0" u="none" strike="noStrike" kern="1200" cap="none" spc="0" normalizeH="0" baseline="0" noProof="0" dirty="0">
                <a:ln>
                  <a:noFill/>
                </a:ln>
                <a:solidFill>
                  <a:srgbClr val="404040"/>
                </a:solidFill>
                <a:effectLst/>
                <a:uLnTx/>
                <a:uFillTx/>
                <a:latin typeface="Meiryo UI"/>
                <a:ea typeface="Meiryo UI"/>
                <a:cs typeface="+mn-cs"/>
              </a:rPr>
              <a:t>の情報</a:t>
            </a:r>
            <a:endParaRPr kumimoji="1" lang="en-US" altLang="ja-JP" sz="1600" b="0" i="0" u="none" strike="noStrike" kern="1200" cap="none" spc="0" normalizeH="0" baseline="0" noProof="0" dirty="0">
              <a:ln>
                <a:noFill/>
              </a:ln>
              <a:solidFill>
                <a:srgbClr val="404040"/>
              </a:solidFill>
              <a:effectLst/>
              <a:uLnTx/>
              <a:uFillTx/>
              <a:latin typeface="Meiryo UI"/>
              <a:ea typeface="Meiryo UI"/>
              <a:cs typeface="+mn-cs"/>
            </a:endParaRPr>
          </a:p>
        </p:txBody>
      </p:sp>
      <p:sp>
        <p:nvSpPr>
          <p:cNvPr id="84" name="矢印: 右 83">
            <a:extLst>
              <a:ext uri="{FF2B5EF4-FFF2-40B4-BE49-F238E27FC236}">
                <a16:creationId xmlns:a16="http://schemas.microsoft.com/office/drawing/2014/main" id="{025C7603-CCCF-11F7-0B2F-B562E6A16394}"/>
              </a:ext>
            </a:extLst>
          </p:cNvPr>
          <p:cNvSpPr/>
          <p:nvPr/>
        </p:nvSpPr>
        <p:spPr>
          <a:xfrm>
            <a:off x="5290026" y="6125257"/>
            <a:ext cx="994536" cy="235315"/>
          </a:xfrm>
          <a:prstGeom prst="right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85" name="矢印: 右 84">
            <a:extLst>
              <a:ext uri="{FF2B5EF4-FFF2-40B4-BE49-F238E27FC236}">
                <a16:creationId xmlns:a16="http://schemas.microsoft.com/office/drawing/2014/main" id="{71B5F07F-F291-26AD-97E1-AB0B93F540E1}"/>
              </a:ext>
            </a:extLst>
          </p:cNvPr>
          <p:cNvSpPr/>
          <p:nvPr/>
        </p:nvSpPr>
        <p:spPr>
          <a:xfrm flipH="1">
            <a:off x="2270089" y="6282289"/>
            <a:ext cx="1603881" cy="235315"/>
          </a:xfrm>
          <a:prstGeom prst="rightArrow">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86" name="矢印: 右 85">
            <a:extLst>
              <a:ext uri="{FF2B5EF4-FFF2-40B4-BE49-F238E27FC236}">
                <a16:creationId xmlns:a16="http://schemas.microsoft.com/office/drawing/2014/main" id="{C1596AFC-1F71-2EB2-3D75-6D24B3A6A6EE}"/>
              </a:ext>
            </a:extLst>
          </p:cNvPr>
          <p:cNvSpPr/>
          <p:nvPr/>
        </p:nvSpPr>
        <p:spPr>
          <a:xfrm flipH="1">
            <a:off x="5178307" y="6142695"/>
            <a:ext cx="994536" cy="210081"/>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87" name="Text Placeholder 2">
            <a:extLst>
              <a:ext uri="{FF2B5EF4-FFF2-40B4-BE49-F238E27FC236}">
                <a16:creationId xmlns:a16="http://schemas.microsoft.com/office/drawing/2014/main" id="{2CB2860F-2E41-D0B8-A0FC-1733B1853119}"/>
              </a:ext>
            </a:extLst>
          </p:cNvPr>
          <p:cNvSpPr txBox="1">
            <a:spLocks/>
          </p:cNvSpPr>
          <p:nvPr/>
        </p:nvSpPr>
        <p:spPr>
          <a:xfrm>
            <a:off x="2256529" y="6399946"/>
            <a:ext cx="1707367" cy="290901"/>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404040"/>
                </a:solidFill>
                <a:effectLst/>
                <a:uLnTx/>
                <a:uFillTx/>
                <a:latin typeface="Meiryo UI"/>
                <a:ea typeface="Meiryo UI"/>
                <a:cs typeface="+mn-cs"/>
              </a:rPr>
              <a:t>出力</a:t>
            </a:r>
          </a:p>
        </p:txBody>
      </p:sp>
      <p:sp>
        <p:nvSpPr>
          <p:cNvPr id="88" name="Text Placeholder 2">
            <a:extLst>
              <a:ext uri="{FF2B5EF4-FFF2-40B4-BE49-F238E27FC236}">
                <a16:creationId xmlns:a16="http://schemas.microsoft.com/office/drawing/2014/main" id="{58B0EBCB-5261-FC46-7B95-5B7F05567F9A}"/>
              </a:ext>
            </a:extLst>
          </p:cNvPr>
          <p:cNvSpPr txBox="1">
            <a:spLocks/>
          </p:cNvSpPr>
          <p:nvPr/>
        </p:nvSpPr>
        <p:spPr>
          <a:xfrm>
            <a:off x="9419594" y="6431719"/>
            <a:ext cx="1539447" cy="290901"/>
          </a:xfrm>
          <a:prstGeom prst="rect">
            <a:avLst/>
          </a:prstGeom>
        </p:spPr>
        <p:txBody>
          <a:bodyPr anchor="t"/>
          <a:lstStyle>
            <a:lvl1pPr marL="0" indent="0" algn="l" rtl="0" eaLnBrk="1" fontAlgn="auto" latinLnBrk="0" hangingPunct="1">
              <a:lnSpc>
                <a:spcPct val="100000"/>
              </a:lnSpc>
              <a:spcBef>
                <a:spcPts val="0"/>
              </a:spcBef>
              <a:spcAft>
                <a:spcPts val="300"/>
              </a:spcAft>
              <a:buFontTx/>
              <a:buNone/>
              <a:defRPr kumimoji="1" sz="1600" kern="1200" baseline="0">
                <a:solidFill>
                  <a:schemeClr val="tx1"/>
                </a:solidFill>
                <a:latin typeface="+mn-lt"/>
                <a:ea typeface="+mn-ea"/>
                <a:cs typeface="+mn-cs"/>
              </a:defRPr>
            </a:lvl1pPr>
            <a:lvl2pPr marL="234000" indent="-234000" algn="l" rtl="0" eaLnBrk="1" fontAlgn="auto" latinLnBrk="0" hangingPunct="1">
              <a:lnSpc>
                <a:spcPct val="100000"/>
              </a:lnSpc>
              <a:spcBef>
                <a:spcPts val="0"/>
              </a:spcBef>
              <a:spcAft>
                <a:spcPts val="300"/>
              </a:spcAft>
              <a:buSzPct val="75000"/>
              <a:buFont typeface="Wingdings" panose="05000000000000000000" pitchFamily="2" charset="2"/>
              <a:buChar char="n"/>
              <a:defRPr kumimoji="1" lang="ja-JP" altLang="en-US" sz="1600" kern="1200" baseline="0" dirty="0">
                <a:solidFill>
                  <a:schemeClr val="tx1"/>
                </a:solidFill>
                <a:latin typeface="+mn-lt"/>
                <a:ea typeface="+mn-ea"/>
                <a:cs typeface="Arial" panose="020B0604020202020204" pitchFamily="34" charset="0"/>
              </a:defRPr>
            </a:lvl2pPr>
            <a:lvl3pPr marL="468000" indent="-234000" algn="l" rtl="0" eaLnBrk="1" fontAlgn="auto" latinLnBrk="0" hangingPunct="1">
              <a:lnSpc>
                <a:spcPct val="100000"/>
              </a:lnSpc>
              <a:spcBef>
                <a:spcPts val="0"/>
              </a:spcBef>
              <a:spcAft>
                <a:spcPts val="300"/>
              </a:spcAft>
              <a:buSzPct val="60000"/>
              <a:buFont typeface="Wingdings" panose="05000000000000000000" pitchFamily="2" charset="2"/>
              <a:buChar char="l"/>
              <a:defRPr kumimoji="1" lang="ja-JP" altLang="en-US" sz="1600" kern="1200" baseline="0" dirty="0">
                <a:solidFill>
                  <a:schemeClr val="tx1"/>
                </a:solidFill>
                <a:latin typeface="+mn-lt"/>
                <a:ea typeface="+mn-ea"/>
                <a:cs typeface="Arial" panose="020B0604020202020204" pitchFamily="34" charset="0"/>
              </a:defRPr>
            </a:lvl3pPr>
            <a:lvl4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ja-JP" altLang="en-US" sz="1600" kern="1200" baseline="0" dirty="0">
                <a:solidFill>
                  <a:schemeClr val="tx1"/>
                </a:solidFill>
                <a:latin typeface="+mn-lt"/>
                <a:ea typeface="+mn-ea"/>
                <a:cs typeface="Arial" panose="020B0604020202020204" pitchFamily="34" charset="0"/>
              </a:defRPr>
            </a:lvl4pPr>
            <a:lvl5pPr marL="711200" indent="-244475" algn="l" rtl="0" eaLnBrk="1" fontAlgn="auto" latinLnBrk="0" hangingPunct="1">
              <a:lnSpc>
                <a:spcPct val="100000"/>
              </a:lnSpc>
              <a:spcBef>
                <a:spcPts val="0"/>
              </a:spcBef>
              <a:spcAft>
                <a:spcPts val="300"/>
              </a:spcAft>
              <a:buSzPct val="60000"/>
              <a:buFont typeface="Wingdings" panose="05000000000000000000" pitchFamily="2" charset="2"/>
              <a:buChar char="p"/>
              <a:defRPr kumimoji="1" lang="ru-RU" altLang="ja-JP" sz="1600" kern="1200" baseline="0" dirty="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404040"/>
                </a:solidFill>
                <a:effectLst/>
                <a:uLnTx/>
                <a:uFillTx/>
                <a:latin typeface="Meiryo UI"/>
                <a:ea typeface="Meiryo UI"/>
                <a:cs typeface="+mn-cs"/>
              </a:rPr>
              <a:t>※</a:t>
            </a:r>
            <a:r>
              <a:rPr kumimoji="1" lang="ja-JP" altLang="en-US" sz="1200" b="0" i="0" u="none" strike="noStrike" kern="1200" cap="none" spc="0" normalizeH="0" baseline="0" noProof="0" dirty="0">
                <a:ln>
                  <a:noFill/>
                </a:ln>
                <a:solidFill>
                  <a:srgbClr val="404040"/>
                </a:solidFill>
                <a:effectLst/>
                <a:uLnTx/>
                <a:uFillTx/>
                <a:latin typeface="Meiryo UI"/>
                <a:ea typeface="Meiryo UI"/>
                <a:cs typeface="+mn-cs"/>
              </a:rPr>
              <a:t>検索・参照が困難</a:t>
            </a:r>
          </a:p>
        </p:txBody>
      </p:sp>
      <p:sp>
        <p:nvSpPr>
          <p:cNvPr id="89" name="四角形: 角を丸くする 88">
            <a:extLst>
              <a:ext uri="{FF2B5EF4-FFF2-40B4-BE49-F238E27FC236}">
                <a16:creationId xmlns:a16="http://schemas.microsoft.com/office/drawing/2014/main" id="{16E70284-6667-5D7C-1C6B-2D0AAE600440}"/>
              </a:ext>
            </a:extLst>
          </p:cNvPr>
          <p:cNvSpPr/>
          <p:nvPr/>
        </p:nvSpPr>
        <p:spPr>
          <a:xfrm>
            <a:off x="792480" y="5360865"/>
            <a:ext cx="11164389" cy="1401155"/>
          </a:xfrm>
          <a:prstGeom prst="round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Tree>
    <p:extLst>
      <p:ext uri="{BB962C8B-B14F-4D97-AF65-F5344CB8AC3E}">
        <p14:creationId xmlns:p14="http://schemas.microsoft.com/office/powerpoint/2010/main" val="7639881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50149-94AE-F52B-9A17-EFBB28E83FB4}"/>
            </a:ext>
          </a:extLst>
        </p:cNvPr>
        <p:cNvGrpSpPr/>
        <p:nvPr/>
      </p:nvGrpSpPr>
      <p:grpSpPr>
        <a:xfrm>
          <a:off x="0" y="0"/>
          <a:ext cx="0" cy="0"/>
          <a:chOff x="0" y="0"/>
          <a:chExt cx="0" cy="0"/>
        </a:xfrm>
      </p:grpSpPr>
      <p:sp>
        <p:nvSpPr>
          <p:cNvPr id="3" name="タイトル 1">
            <a:extLst>
              <a:ext uri="{FF2B5EF4-FFF2-40B4-BE49-F238E27FC236}">
                <a16:creationId xmlns:a16="http://schemas.microsoft.com/office/drawing/2014/main" id="{3A786431-8101-4083-2A87-61CF65260366}"/>
              </a:ext>
            </a:extLst>
          </p:cNvPr>
          <p:cNvSpPr txBox="1">
            <a:spLocks/>
          </p:cNvSpPr>
          <p:nvPr/>
        </p:nvSpPr>
        <p:spPr>
          <a:xfrm>
            <a:off x="552000" y="401401"/>
            <a:ext cx="11088000" cy="332399"/>
          </a:xfrm>
          <a:prstGeom prst="rect">
            <a:avLst/>
          </a:prstGeom>
        </p:spPr>
        <p:txBody>
          <a:bodyPr vert="horz" lIns="0" tIns="45720" rIns="91440" bIns="45720" rtlCol="0" anchor="b">
            <a:noAutofit/>
          </a:bodyPr>
          <a:lstStyle>
            <a:lvl1pPr algn="l" defTabSz="685800" rtl="0" eaLnBrk="1" latinLnBrk="0" hangingPunct="1">
              <a:lnSpc>
                <a:spcPct val="100000"/>
              </a:lnSpc>
              <a:spcBef>
                <a:spcPct val="0"/>
              </a:spcBef>
              <a:buNone/>
              <a:defRPr kumimoji="1" sz="2800" b="1" kern="1200">
                <a:solidFill>
                  <a:schemeClr val="tx1"/>
                </a:solidFill>
                <a:latin typeface="+mj-lt"/>
                <a:ea typeface="+mj-ea"/>
                <a:cs typeface="+mj-cs"/>
              </a:defRPr>
            </a:lvl1pPr>
          </a:lstStyle>
          <a:p>
            <a:r>
              <a:rPr lang="ja-JP" altLang="en-US" dirty="0"/>
              <a:t>現状の課題</a:t>
            </a:r>
          </a:p>
        </p:txBody>
      </p:sp>
      <p:grpSp>
        <p:nvGrpSpPr>
          <p:cNvPr id="4" name="グループ化 3">
            <a:extLst>
              <a:ext uri="{FF2B5EF4-FFF2-40B4-BE49-F238E27FC236}">
                <a16:creationId xmlns:a16="http://schemas.microsoft.com/office/drawing/2014/main" id="{449626B6-9B7F-A04E-AE74-E0A42E7D7D13}"/>
              </a:ext>
            </a:extLst>
          </p:cNvPr>
          <p:cNvGrpSpPr/>
          <p:nvPr/>
        </p:nvGrpSpPr>
        <p:grpSpPr>
          <a:xfrm>
            <a:off x="5950221" y="2631999"/>
            <a:ext cx="5998843" cy="3658400"/>
            <a:chOff x="4031066" y="900000"/>
            <a:chExt cx="8160934" cy="5309211"/>
          </a:xfrm>
        </p:grpSpPr>
        <p:pic>
          <p:nvPicPr>
            <p:cNvPr id="5" name="図 4">
              <a:extLst>
                <a:ext uri="{FF2B5EF4-FFF2-40B4-BE49-F238E27FC236}">
                  <a16:creationId xmlns:a16="http://schemas.microsoft.com/office/drawing/2014/main" id="{B4581208-9493-8229-3DFC-C97F28C80D1D}"/>
                </a:ext>
              </a:extLst>
            </p:cNvPr>
            <p:cNvPicPr>
              <a:picLocks noChangeAspect="1"/>
            </p:cNvPicPr>
            <p:nvPr/>
          </p:nvPicPr>
          <p:blipFill>
            <a:blip r:embed="rId2"/>
            <a:srcRect t="12284"/>
            <a:stretch/>
          </p:blipFill>
          <p:spPr>
            <a:xfrm>
              <a:off x="4031066" y="900000"/>
              <a:ext cx="8160934" cy="5309211"/>
            </a:xfrm>
            <a:prstGeom prst="rect">
              <a:avLst/>
            </a:prstGeom>
          </p:spPr>
        </p:pic>
        <p:sp>
          <p:nvSpPr>
            <p:cNvPr id="6" name="四角形: 角を丸くする 5">
              <a:extLst>
                <a:ext uri="{FF2B5EF4-FFF2-40B4-BE49-F238E27FC236}">
                  <a16:creationId xmlns:a16="http://schemas.microsoft.com/office/drawing/2014/main" id="{A9E51153-5DEE-6AA0-0AEC-7FFBCA6F746B}"/>
                </a:ext>
              </a:extLst>
            </p:cNvPr>
            <p:cNvSpPr/>
            <p:nvPr/>
          </p:nvSpPr>
          <p:spPr>
            <a:xfrm>
              <a:off x="4774131" y="4427621"/>
              <a:ext cx="5938787" cy="51013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7" name="テキスト ボックス 6">
              <a:extLst>
                <a:ext uri="{FF2B5EF4-FFF2-40B4-BE49-F238E27FC236}">
                  <a16:creationId xmlns:a16="http://schemas.microsoft.com/office/drawing/2014/main" id="{5446E1C7-0EAF-85BC-23CA-3B67554E67EF}"/>
                </a:ext>
              </a:extLst>
            </p:cNvPr>
            <p:cNvSpPr txBox="1"/>
            <p:nvPr/>
          </p:nvSpPr>
          <p:spPr>
            <a:xfrm>
              <a:off x="7743523" y="1469261"/>
              <a:ext cx="2987998" cy="276999"/>
            </a:xfrm>
            <a:prstGeom prst="rect">
              <a:avLst/>
            </a:prstGeom>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1" lang="en-US" altLang="ja-JP" sz="1800" b="0" i="0" u="none" strike="noStrike" kern="1200" cap="none" spc="0" normalizeH="0" baseline="0" noProof="0" dirty="0">
                  <a:ln>
                    <a:noFill/>
                  </a:ln>
                  <a:solidFill>
                    <a:srgbClr val="FF0000"/>
                  </a:solidFill>
                  <a:effectLst/>
                  <a:uLnTx/>
                  <a:uFillTx/>
                  <a:latin typeface="Arial"/>
                  <a:ea typeface="Meiryo UI"/>
                  <a:cs typeface="+mn-cs"/>
                </a:rPr>
                <a:t>OA</a:t>
              </a:r>
              <a:r>
                <a:rPr kumimoji="1" lang="ja-JP" altLang="en-US" sz="1800" b="0" i="0" u="none" strike="noStrike" kern="1200" cap="none" spc="0" normalizeH="0" baseline="0" noProof="0" dirty="0">
                  <a:ln>
                    <a:noFill/>
                  </a:ln>
                  <a:solidFill>
                    <a:srgbClr val="FF0000"/>
                  </a:solidFill>
                  <a:effectLst/>
                  <a:uLnTx/>
                  <a:uFillTx/>
                  <a:latin typeface="Arial"/>
                  <a:ea typeface="Meiryo UI"/>
                  <a:cs typeface="+mn-cs"/>
                </a:rPr>
                <a:t>システム過去データ検索画面</a:t>
              </a:r>
            </a:p>
          </p:txBody>
        </p:sp>
      </p:grpSp>
      <p:sp>
        <p:nvSpPr>
          <p:cNvPr id="8" name="四角形: 角を丸くする 7">
            <a:extLst>
              <a:ext uri="{FF2B5EF4-FFF2-40B4-BE49-F238E27FC236}">
                <a16:creationId xmlns:a16="http://schemas.microsoft.com/office/drawing/2014/main" id="{F26526E5-A152-20A0-1B97-1E5770D652CB}"/>
              </a:ext>
            </a:extLst>
          </p:cNvPr>
          <p:cNvSpPr/>
          <p:nvPr/>
        </p:nvSpPr>
        <p:spPr>
          <a:xfrm>
            <a:off x="242936" y="1032909"/>
            <a:ext cx="5919537" cy="2522865"/>
          </a:xfrm>
          <a:prstGeom prst="round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1" lang="en-US" altLang="ja-JP" sz="1800" b="0" i="0" u="none" strike="noStrike" kern="1200" cap="none" spc="0" normalizeH="0" baseline="0" noProof="0" dirty="0">
                <a:ln>
                  <a:noFill/>
                </a:ln>
                <a:solidFill>
                  <a:srgbClr val="404040"/>
                </a:solidFill>
                <a:effectLst/>
                <a:uLnTx/>
                <a:uFillTx/>
                <a:latin typeface="Arial"/>
                <a:ea typeface="Meiryo UI"/>
                <a:cs typeface="+mn-cs"/>
              </a:rPr>
              <a:t>【</a:t>
            </a:r>
            <a:r>
              <a:rPr kumimoji="1" lang="ja-JP" altLang="en-US" sz="1800" b="0" i="0" u="none" strike="noStrike" kern="1200" cap="none" spc="0" normalizeH="0" baseline="0" noProof="0" dirty="0">
                <a:ln>
                  <a:noFill/>
                </a:ln>
                <a:solidFill>
                  <a:srgbClr val="404040"/>
                </a:solidFill>
                <a:effectLst/>
                <a:uLnTx/>
                <a:uFillTx/>
                <a:latin typeface="Arial"/>
                <a:ea typeface="Meiryo UI"/>
                <a:cs typeface="+mn-cs"/>
              </a:rPr>
              <a:t>現状の問題点</a:t>
            </a:r>
            <a:r>
              <a:rPr kumimoji="1" lang="en-US" altLang="ja-JP" sz="1800" b="0" i="0" u="none" strike="noStrike" kern="1200" cap="none" spc="0" normalizeH="0" baseline="0" noProof="0" dirty="0">
                <a:ln>
                  <a:noFill/>
                </a:ln>
                <a:solidFill>
                  <a:srgbClr val="404040"/>
                </a:solidFill>
                <a:effectLst/>
                <a:uLnTx/>
                <a:uFillTx/>
                <a:latin typeface="Arial"/>
                <a:ea typeface="Meiryo UI"/>
                <a:cs typeface="+mn-cs"/>
              </a:rPr>
              <a:t>】</a:t>
            </a:r>
          </a:p>
          <a:p>
            <a:pPr marL="0" marR="0" lvl="0" indent="0" algn="l" defTabSz="914400" rtl="0" eaLnBrk="1" fontAlgn="auto" latinLnBrk="0" hangingPunct="1">
              <a:lnSpc>
                <a:spcPct val="100000"/>
              </a:lnSpc>
              <a:spcBef>
                <a:spcPts val="0"/>
              </a:spcBef>
              <a:spcAft>
                <a:spcPts val="300"/>
              </a:spcAft>
              <a:buClrTx/>
              <a:buSzTx/>
              <a:buFontTx/>
              <a:buNone/>
              <a:tabLst/>
              <a:defRPr/>
            </a:pPr>
            <a:endParaRPr kumimoji="1" lang="en-US" altLang="ja-JP" sz="1800" b="0" i="0" u="none" strike="noStrike" kern="1200" cap="none" spc="0" normalizeH="0" baseline="0" noProof="0" dirty="0">
              <a:ln>
                <a:noFill/>
              </a:ln>
              <a:solidFill>
                <a:srgbClr val="404040"/>
              </a:solidFill>
              <a:effectLst/>
              <a:uLnTx/>
              <a:uFillTx/>
              <a:latin typeface="Arial"/>
              <a:ea typeface="Meiryo UI"/>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1" lang="ja-JP" altLang="en-US" sz="1800" b="0" i="0" u="none" strike="noStrike" kern="1200" cap="none" spc="0" normalizeH="0" baseline="0" noProof="0" dirty="0">
                <a:ln>
                  <a:noFill/>
                </a:ln>
                <a:solidFill>
                  <a:srgbClr val="404040"/>
                </a:solidFill>
                <a:effectLst/>
                <a:uLnTx/>
                <a:uFillTx/>
                <a:latin typeface="Arial"/>
                <a:ea typeface="Meiryo UI"/>
                <a:cs typeface="+mn-cs"/>
              </a:rPr>
              <a:t>　現行</a:t>
            </a:r>
            <a:r>
              <a:rPr kumimoji="1" lang="en-US" altLang="ja-JP" sz="1800" b="0" i="0" u="none" strike="noStrike" kern="1200" cap="none" spc="0" normalizeH="0" baseline="0" noProof="0" dirty="0">
                <a:ln>
                  <a:noFill/>
                </a:ln>
                <a:solidFill>
                  <a:srgbClr val="404040"/>
                </a:solidFill>
                <a:effectLst/>
                <a:uLnTx/>
                <a:uFillTx/>
                <a:latin typeface="Arial"/>
                <a:ea typeface="Meiryo UI"/>
                <a:cs typeface="+mn-cs"/>
              </a:rPr>
              <a:t>OA</a:t>
            </a:r>
            <a:r>
              <a:rPr kumimoji="1" lang="ja-JP" altLang="en-US" sz="1800" b="0" i="0" u="none" strike="noStrike" kern="1200" cap="none" spc="0" normalizeH="0" baseline="0" noProof="0" dirty="0">
                <a:ln>
                  <a:noFill/>
                </a:ln>
                <a:solidFill>
                  <a:srgbClr val="404040"/>
                </a:solidFill>
                <a:effectLst/>
                <a:uLnTx/>
                <a:uFillTx/>
                <a:latin typeface="Arial"/>
                <a:ea typeface="Meiryo UI"/>
                <a:cs typeface="+mn-cs"/>
              </a:rPr>
              <a:t>システムにおいて、過去データを検索する機能は実装されており、検索キーとしてキーワードも指定できる様にはなっているが、当該キーワードは各担当者が任意に設定する仕様のため、第三者が検索を行って過去の事例を見つけ出すのは困難な面があり、せっかく蓄積した過去のデータ資産が有効に活用されていない。</a:t>
            </a:r>
            <a:endParaRPr kumimoji="1" lang="en-US" altLang="ja-JP"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9" name="矢印: 下 8">
            <a:extLst>
              <a:ext uri="{FF2B5EF4-FFF2-40B4-BE49-F238E27FC236}">
                <a16:creationId xmlns:a16="http://schemas.microsoft.com/office/drawing/2014/main" id="{8A79EF7C-941C-5229-2D29-FC351F508D24}"/>
              </a:ext>
            </a:extLst>
          </p:cNvPr>
          <p:cNvSpPr/>
          <p:nvPr/>
        </p:nvSpPr>
        <p:spPr>
          <a:xfrm>
            <a:off x="2947634" y="3688683"/>
            <a:ext cx="510139" cy="587141"/>
          </a:xfrm>
          <a:prstGeom prst="downArrow">
            <a:avLst/>
          </a:prstGeom>
          <a:solidFill>
            <a:schemeClr val="accent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srgbClr val="404040"/>
              </a:solidFill>
              <a:effectLst/>
              <a:uLnTx/>
              <a:uFillTx/>
              <a:latin typeface="Arial"/>
              <a:ea typeface="Meiryo UI"/>
              <a:cs typeface="+mn-cs"/>
            </a:endParaRPr>
          </a:p>
        </p:txBody>
      </p:sp>
      <p:sp>
        <p:nvSpPr>
          <p:cNvPr id="10" name="四角形: 角を丸くする 9">
            <a:extLst>
              <a:ext uri="{FF2B5EF4-FFF2-40B4-BE49-F238E27FC236}">
                <a16:creationId xmlns:a16="http://schemas.microsoft.com/office/drawing/2014/main" id="{DFADD708-D64A-BFE1-E1F4-9A91C060348F}"/>
              </a:ext>
            </a:extLst>
          </p:cNvPr>
          <p:cNvSpPr/>
          <p:nvPr/>
        </p:nvSpPr>
        <p:spPr>
          <a:xfrm>
            <a:off x="242936" y="4408733"/>
            <a:ext cx="5707285" cy="1992067"/>
          </a:xfrm>
          <a:prstGeom prst="roundRect">
            <a:avLst/>
          </a:prstGeom>
          <a:solidFill>
            <a:srgbClr val="FF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srgbClr val="404040"/>
                </a:solidFill>
                <a:effectLst/>
                <a:uLnTx/>
                <a:uFillTx/>
                <a:latin typeface="Arial"/>
                <a:ea typeface="Meiryo UI"/>
                <a:cs typeface="+mn-cs"/>
              </a:rPr>
              <a:t>OA</a:t>
            </a:r>
            <a:r>
              <a:rPr kumimoji="1" lang="ja-JP" altLang="en-US" sz="1800" b="0" i="0" u="none" strike="noStrike" kern="1200" cap="none" spc="0" normalizeH="0" baseline="0" noProof="0" dirty="0">
                <a:ln>
                  <a:noFill/>
                </a:ln>
                <a:solidFill>
                  <a:srgbClr val="404040"/>
                </a:solidFill>
                <a:effectLst/>
                <a:uLnTx/>
                <a:uFillTx/>
                <a:latin typeface="Arial"/>
                <a:ea typeface="Meiryo UI"/>
                <a:cs typeface="+mn-cs"/>
              </a:rPr>
              <a:t>システムのサーバに保存されている依頼分析データ</a:t>
            </a:r>
            <a:r>
              <a:rPr kumimoji="1" lang="en-US" altLang="ja-JP" sz="1800" b="0" i="0" u="none" strike="noStrike" kern="1200" cap="none" spc="0" normalizeH="0" baseline="0" noProof="0" dirty="0">
                <a:ln>
                  <a:noFill/>
                </a:ln>
                <a:solidFill>
                  <a:srgbClr val="404040"/>
                </a:solidFill>
                <a:effectLst/>
                <a:uLnTx/>
                <a:uFillTx/>
                <a:latin typeface="Arial"/>
                <a:ea typeface="Meiryo UI"/>
                <a:cs typeface="+mn-cs"/>
              </a:rPr>
              <a:t>(</a:t>
            </a:r>
            <a:r>
              <a:rPr kumimoji="1" lang="ja-JP" altLang="en-US" sz="1800" b="0" i="0" u="none" strike="noStrike" kern="1200" cap="none" spc="0" normalizeH="0" baseline="0" noProof="0" dirty="0">
                <a:ln>
                  <a:noFill/>
                </a:ln>
                <a:solidFill>
                  <a:srgbClr val="404040"/>
                </a:solidFill>
                <a:effectLst/>
                <a:uLnTx/>
                <a:uFillTx/>
                <a:latin typeface="Arial"/>
                <a:ea typeface="Meiryo UI"/>
                <a:cs typeface="+mn-cs"/>
              </a:rPr>
              <a:t>依頼書</a:t>
            </a:r>
            <a:r>
              <a:rPr kumimoji="1" lang="en-US" altLang="ja-JP" sz="1800" b="0" i="0" u="none" strike="noStrike" kern="1200" cap="none" spc="0" normalizeH="0" baseline="0" noProof="0" dirty="0">
                <a:ln>
                  <a:noFill/>
                </a:ln>
                <a:solidFill>
                  <a:srgbClr val="404040"/>
                </a:solidFill>
                <a:effectLst/>
                <a:uLnTx/>
                <a:uFillTx/>
                <a:latin typeface="Arial"/>
                <a:ea typeface="Meiryo UI"/>
                <a:cs typeface="+mn-cs"/>
              </a:rPr>
              <a:t>pdf</a:t>
            </a:r>
            <a:r>
              <a:rPr kumimoji="1" lang="ja-JP" altLang="en-US" sz="1800" b="0" i="0" u="none" strike="noStrike" kern="1200" cap="none" spc="0" normalizeH="0" baseline="0" noProof="0" dirty="0">
                <a:ln>
                  <a:noFill/>
                </a:ln>
                <a:solidFill>
                  <a:srgbClr val="404040"/>
                </a:solidFill>
                <a:effectLst/>
                <a:uLnTx/>
                <a:uFillTx/>
                <a:latin typeface="Arial"/>
                <a:ea typeface="Meiryo UI"/>
                <a:cs typeface="+mn-cs"/>
              </a:rPr>
              <a:t>、報告</a:t>
            </a:r>
            <a:r>
              <a:rPr kumimoji="1" lang="en-US" altLang="ja-JP" sz="1800" b="0" i="0" u="none" strike="noStrike" kern="1200" cap="none" spc="0" normalizeH="0" baseline="0" noProof="0" dirty="0" err="1">
                <a:ln>
                  <a:noFill/>
                </a:ln>
                <a:solidFill>
                  <a:srgbClr val="404040"/>
                </a:solidFill>
                <a:effectLst/>
                <a:uLnTx/>
                <a:uFillTx/>
                <a:latin typeface="Arial"/>
                <a:ea typeface="Meiryo UI"/>
                <a:cs typeface="+mn-cs"/>
              </a:rPr>
              <a:t>word,excel,powerpoint</a:t>
            </a:r>
            <a:r>
              <a:rPr kumimoji="1" lang="ja-JP" altLang="en-US" sz="1800" b="0" i="0" u="none" strike="noStrike" kern="1200" cap="none" spc="0" normalizeH="0" baseline="0" noProof="0" dirty="0">
                <a:ln>
                  <a:noFill/>
                </a:ln>
                <a:solidFill>
                  <a:srgbClr val="404040"/>
                </a:solidFill>
                <a:effectLst/>
                <a:uLnTx/>
                <a:uFillTx/>
                <a:latin typeface="Arial"/>
                <a:ea typeface="Meiryo UI"/>
                <a:cs typeface="+mn-cs"/>
              </a:rPr>
              <a:t>等</a:t>
            </a:r>
            <a:r>
              <a:rPr kumimoji="1" lang="en-US" altLang="ja-JP" sz="1800" b="0" i="0" u="none" strike="noStrike" kern="1200" cap="none" spc="0" normalizeH="0" baseline="0" noProof="0" dirty="0">
                <a:ln>
                  <a:noFill/>
                </a:ln>
                <a:solidFill>
                  <a:srgbClr val="404040"/>
                </a:solidFill>
                <a:effectLst/>
                <a:uLnTx/>
                <a:uFillTx/>
                <a:latin typeface="Arial"/>
                <a:ea typeface="Meiryo UI"/>
                <a:cs typeface="+mn-cs"/>
              </a:rPr>
              <a:t>)</a:t>
            </a:r>
            <a:r>
              <a:rPr kumimoji="1" lang="ja-JP" altLang="en-US" sz="1800" b="0" i="0" u="none" strike="noStrike" kern="1200" cap="none" spc="0" normalizeH="0" baseline="0" noProof="0" dirty="0">
                <a:ln>
                  <a:noFill/>
                </a:ln>
                <a:solidFill>
                  <a:srgbClr val="404040"/>
                </a:solidFill>
                <a:effectLst/>
                <a:uLnTx/>
                <a:uFillTx/>
                <a:latin typeface="Arial"/>
                <a:ea typeface="Meiryo UI"/>
                <a:cs typeface="+mn-cs"/>
              </a:rPr>
              <a:t>を、自然言語、又は分析依頼書の記載内容を元に横断的に検索し、類似案件の結果</a:t>
            </a:r>
            <a:r>
              <a:rPr kumimoji="1" lang="en-US" altLang="ja-JP" sz="1800" b="0" i="0" u="none" strike="noStrike" kern="1200" cap="none" spc="0" normalizeH="0" baseline="0" noProof="0" dirty="0">
                <a:ln>
                  <a:noFill/>
                </a:ln>
                <a:solidFill>
                  <a:srgbClr val="404040"/>
                </a:solidFill>
                <a:effectLst/>
                <a:uLnTx/>
                <a:uFillTx/>
                <a:latin typeface="Arial"/>
                <a:ea typeface="Meiryo UI"/>
                <a:cs typeface="+mn-cs"/>
              </a:rPr>
              <a:t>(</a:t>
            </a:r>
            <a:r>
              <a:rPr kumimoji="1" lang="ja-JP" altLang="en-US" sz="1800" b="0" i="0" u="none" strike="noStrike" kern="1200" cap="none" spc="0" normalizeH="0" baseline="0" noProof="0" dirty="0">
                <a:ln>
                  <a:noFill/>
                </a:ln>
                <a:solidFill>
                  <a:srgbClr val="404040"/>
                </a:solidFill>
                <a:effectLst/>
                <a:uLnTx/>
                <a:uFillTx/>
                <a:latin typeface="Arial"/>
                <a:ea typeface="Meiryo UI"/>
                <a:cs typeface="+mn-cs"/>
              </a:rPr>
              <a:t>分析手法・結果等</a:t>
            </a:r>
            <a:r>
              <a:rPr kumimoji="1" lang="en-US" altLang="ja-JP" sz="1800" b="0" i="0" u="none" strike="noStrike" kern="1200" cap="none" spc="0" normalizeH="0" baseline="0" noProof="0" dirty="0">
                <a:ln>
                  <a:noFill/>
                </a:ln>
                <a:solidFill>
                  <a:srgbClr val="404040"/>
                </a:solidFill>
                <a:effectLst/>
                <a:uLnTx/>
                <a:uFillTx/>
                <a:latin typeface="Arial"/>
                <a:ea typeface="Meiryo UI"/>
                <a:cs typeface="+mn-cs"/>
              </a:rPr>
              <a:t>)</a:t>
            </a:r>
            <a:r>
              <a:rPr kumimoji="1" lang="ja-JP" altLang="en-US" sz="1800" b="0" i="0" u="none" strike="noStrike" kern="1200" cap="none" spc="0" normalizeH="0" baseline="0" noProof="0" dirty="0">
                <a:ln>
                  <a:noFill/>
                </a:ln>
                <a:solidFill>
                  <a:srgbClr val="404040"/>
                </a:solidFill>
                <a:effectLst/>
                <a:uLnTx/>
                <a:uFillTx/>
                <a:latin typeface="Arial"/>
                <a:ea typeface="Meiryo UI"/>
                <a:cs typeface="+mn-cs"/>
              </a:rPr>
              <a:t>を提示できる様になれば、過去の分析資産の有効活用し、技術伝承、新人教育の効率化に繋げることができる。</a:t>
            </a:r>
          </a:p>
        </p:txBody>
      </p:sp>
    </p:spTree>
    <p:extLst>
      <p:ext uri="{BB962C8B-B14F-4D97-AF65-F5344CB8AC3E}">
        <p14:creationId xmlns:p14="http://schemas.microsoft.com/office/powerpoint/2010/main" val="2663591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73D88-E7FC-64C8-0074-2BE52790B9A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19A864D-748A-A56A-04C4-FF1325EDD9A0}"/>
              </a:ext>
            </a:extLst>
          </p:cNvPr>
          <p:cNvSpPr>
            <a:spLocks noGrp="1"/>
          </p:cNvSpPr>
          <p:nvPr>
            <p:ph type="title"/>
          </p:nvPr>
        </p:nvSpPr>
        <p:spPr/>
        <p:txBody>
          <a:bodyPr/>
          <a:lstStyle/>
          <a:p>
            <a:r>
              <a:rPr lang="ja-JP" altLang="en-US" sz="2800" dirty="0">
                <a:latin typeface="+mj-ea"/>
              </a:rPr>
              <a:t>実現したいこと</a:t>
            </a:r>
            <a:endParaRPr kumimoji="1" lang="ja-JP" altLang="en-US" dirty="0"/>
          </a:p>
        </p:txBody>
      </p:sp>
      <p:sp>
        <p:nvSpPr>
          <p:cNvPr id="15" name="タイトル 1">
            <a:extLst>
              <a:ext uri="{FF2B5EF4-FFF2-40B4-BE49-F238E27FC236}">
                <a16:creationId xmlns:a16="http://schemas.microsoft.com/office/drawing/2014/main" id="{E3C245D8-AA00-4FB0-737F-AE157C00CE4B}"/>
              </a:ext>
            </a:extLst>
          </p:cNvPr>
          <p:cNvSpPr txBox="1">
            <a:spLocks/>
          </p:cNvSpPr>
          <p:nvPr/>
        </p:nvSpPr>
        <p:spPr>
          <a:xfrm>
            <a:off x="360000" y="1961907"/>
            <a:ext cx="11676055" cy="2659190"/>
          </a:xfrm>
          <a:prstGeom prst="rect">
            <a:avLst/>
          </a:prstGeom>
        </p:spPr>
        <p:txBody>
          <a:bodyPr vert="horz" wrap="square" lIns="0" tIns="0" rIns="0" bIns="0" rtlCol="0" anchor="b">
            <a:spAutoFit/>
          </a:bodyPr>
          <a:lstStyle>
            <a:lvl1pPr algn="l" rtl="0" eaLnBrk="1" fontAlgn="auto" hangingPunct="1">
              <a:lnSpc>
                <a:spcPct val="90000"/>
              </a:lnSpc>
              <a:spcBef>
                <a:spcPct val="0"/>
              </a:spcBef>
              <a:spcAft>
                <a:spcPct val="0"/>
              </a:spcAft>
              <a:defRPr kumimoji="1" sz="2400" b="1" kern="1200" baseline="0">
                <a:solidFill>
                  <a:schemeClr val="tx1"/>
                </a:solidFill>
                <a:latin typeface="+mj-lt"/>
                <a:ea typeface="+mj-ea"/>
                <a:cs typeface="+mj-cs"/>
              </a:defRPr>
            </a:lvl1pPr>
            <a:lvl2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2pPr>
            <a:lvl3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3pPr>
            <a:lvl4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4pPr>
            <a:lvl5pPr algn="l" rtl="0" eaLnBrk="1" fontAlgn="base" hangingPunct="1">
              <a:lnSpc>
                <a:spcPct val="90000"/>
              </a:lnSpc>
              <a:spcBef>
                <a:spcPct val="0"/>
              </a:spcBef>
              <a:spcAft>
                <a:spcPct val="0"/>
              </a:spcAft>
              <a:defRPr kumimoji="1" sz="3600">
                <a:solidFill>
                  <a:schemeClr val="tx1"/>
                </a:solidFill>
                <a:latin typeface="HGP創英角ｺﾞｼｯｸUB" panose="020B0900000000000000" pitchFamily="50" charset="-128"/>
                <a:ea typeface="HGP創英角ｺﾞｼｯｸUB" panose="020B0900000000000000" pitchFamily="50" charset="-128"/>
              </a:defRPr>
            </a:lvl5pPr>
            <a:lvl6pPr marL="4572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6pPr>
            <a:lvl7pPr marL="9144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7pPr>
            <a:lvl8pPr marL="13716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8pPr>
            <a:lvl9pPr marL="1828800" algn="l" rtl="0" eaLnBrk="1" fontAlgn="base" hangingPunct="1">
              <a:lnSpc>
                <a:spcPct val="90000"/>
              </a:lnSpc>
              <a:spcBef>
                <a:spcPct val="0"/>
              </a:spcBef>
              <a:spcAft>
                <a:spcPct val="0"/>
              </a:spcAft>
              <a:defRPr kumimoji="1" sz="4400">
                <a:solidFill>
                  <a:schemeClr val="tx1"/>
                </a:solidFill>
                <a:latin typeface="Calibri Light" panose="020F0302020204030204" pitchFamily="34" charset="0"/>
                <a:ea typeface="ＭＳ Ｐゴシック" panose="020B0600070205080204" pitchFamily="50" charset="-128"/>
              </a:defRPr>
            </a:lvl9pPr>
          </a:lstStyle>
          <a:p>
            <a:pPr marL="0" marR="0" lvl="0" indent="0" algn="l" defTabSz="914400" rtl="0" eaLnBrk="1" fontAlgn="auto" latinLnBrk="0" hangingPunct="1">
              <a:lnSpc>
                <a:spcPct val="90000"/>
              </a:lnSpc>
              <a:spcBef>
                <a:spcPct val="0"/>
              </a:spcBef>
              <a:spcAft>
                <a:spcPct val="0"/>
              </a:spcAft>
              <a:buClrTx/>
              <a:buSzTx/>
              <a:buFontTx/>
              <a:buNone/>
              <a:tabLst/>
              <a:defRPr/>
            </a:pPr>
            <a:r>
              <a:rPr kumimoji="1" lang="ja-JP" altLang="en-US" sz="2400" b="1" i="0" u="none" strike="noStrike" kern="1200" cap="none" spc="0" normalizeH="0" baseline="0" noProof="0" dirty="0">
                <a:ln>
                  <a:noFill/>
                </a:ln>
                <a:solidFill>
                  <a:srgbClr val="404040"/>
                </a:solidFill>
                <a:effectLst/>
                <a:uLnTx/>
                <a:uFillTx/>
                <a:latin typeface="Arial"/>
                <a:ea typeface="Meiryo UI"/>
                <a:cs typeface="+mj-cs"/>
              </a:rPr>
              <a:t>・新規の依頼書</a:t>
            </a:r>
            <a:r>
              <a:rPr kumimoji="1" lang="en-US" altLang="ja-JP" sz="2400" b="1" i="0" u="none" strike="noStrike" kern="1200" cap="none" spc="0" normalizeH="0" baseline="0" noProof="0" dirty="0">
                <a:ln>
                  <a:noFill/>
                </a:ln>
                <a:solidFill>
                  <a:srgbClr val="404040"/>
                </a:solidFill>
                <a:effectLst/>
                <a:uLnTx/>
                <a:uFillTx/>
                <a:latin typeface="Arial"/>
                <a:ea typeface="Meiryo UI"/>
                <a:cs typeface="+mj-cs"/>
              </a:rPr>
              <a:t>(word</a:t>
            </a:r>
            <a:r>
              <a:rPr kumimoji="1" lang="ja-JP" altLang="en-US" sz="2400" b="1" i="0" u="none" strike="noStrike" kern="1200" cap="none" spc="0" normalizeH="0" baseline="0" noProof="0" dirty="0">
                <a:ln>
                  <a:noFill/>
                </a:ln>
                <a:solidFill>
                  <a:srgbClr val="404040"/>
                </a:solidFill>
                <a:effectLst/>
                <a:uLnTx/>
                <a:uFillTx/>
                <a:latin typeface="Arial"/>
                <a:ea typeface="Meiryo UI"/>
                <a:cs typeface="+mj-cs"/>
              </a:rPr>
              <a:t>、</a:t>
            </a:r>
            <a:r>
              <a:rPr kumimoji="1" lang="en-US" altLang="ja-JP" sz="2400" b="1" i="0" u="none" strike="noStrike" kern="1200" cap="none" spc="0" normalizeH="0" baseline="0" noProof="0" dirty="0">
                <a:ln>
                  <a:noFill/>
                </a:ln>
                <a:solidFill>
                  <a:srgbClr val="404040"/>
                </a:solidFill>
                <a:effectLst/>
                <a:uLnTx/>
                <a:uFillTx/>
                <a:latin typeface="Arial"/>
                <a:ea typeface="Meiryo UI"/>
                <a:cs typeface="+mj-cs"/>
              </a:rPr>
              <a:t>PDF)</a:t>
            </a:r>
            <a:r>
              <a:rPr kumimoji="1" lang="ja-JP" altLang="en-US" sz="2400" b="1" i="0" u="none" strike="noStrike" kern="1200" cap="none" spc="0" normalizeH="0" baseline="0" noProof="0" dirty="0">
                <a:ln>
                  <a:noFill/>
                </a:ln>
                <a:solidFill>
                  <a:srgbClr val="404040"/>
                </a:solidFill>
                <a:effectLst/>
                <a:uLnTx/>
                <a:uFillTx/>
                <a:latin typeface="Arial"/>
                <a:ea typeface="Meiryo UI"/>
                <a:cs typeface="+mj-cs"/>
              </a:rPr>
              <a:t>の記述内容を元に、過去の依頼書・報告書の内容を全文検索して、依頼書ファイルや任意のキーワードを入力として検索ができて、実験計画が立てられる、過去データを再活用できる様にしたい。</a:t>
            </a:r>
            <a:br>
              <a:rPr kumimoji="1" lang="en-US" altLang="ja-JP" sz="2400" b="1" i="0" u="none" strike="noStrike" kern="1200" cap="none" spc="0" normalizeH="0" baseline="0" noProof="0" dirty="0">
                <a:ln>
                  <a:noFill/>
                </a:ln>
                <a:solidFill>
                  <a:srgbClr val="404040"/>
                </a:solidFill>
                <a:effectLst/>
                <a:uLnTx/>
                <a:uFillTx/>
                <a:latin typeface="Arial"/>
                <a:ea typeface="Meiryo UI"/>
                <a:cs typeface="+mj-cs"/>
              </a:rPr>
            </a:br>
            <a:br>
              <a:rPr kumimoji="1" lang="en-US" altLang="ja-JP" sz="2400" b="1" i="0" u="none" strike="noStrike" kern="1200" cap="none" spc="0" normalizeH="0" baseline="0" noProof="0" dirty="0">
                <a:ln>
                  <a:noFill/>
                </a:ln>
                <a:solidFill>
                  <a:srgbClr val="404040"/>
                </a:solidFill>
                <a:effectLst/>
                <a:uLnTx/>
                <a:uFillTx/>
                <a:latin typeface="Arial"/>
                <a:ea typeface="Meiryo UI"/>
                <a:cs typeface="+mj-cs"/>
              </a:rPr>
            </a:br>
            <a:r>
              <a:rPr kumimoji="1" lang="ja-JP" altLang="en-US" sz="2400" b="1" i="0" u="none" strike="noStrike" kern="1200" cap="none" spc="0" normalizeH="0" baseline="0" noProof="0" dirty="0">
                <a:ln>
                  <a:noFill/>
                </a:ln>
                <a:solidFill>
                  <a:srgbClr val="404040"/>
                </a:solidFill>
                <a:effectLst/>
                <a:uLnTx/>
                <a:uFillTx/>
                <a:latin typeface="Arial"/>
                <a:ea typeface="Meiryo UI"/>
                <a:cs typeface="+mj-cs"/>
              </a:rPr>
              <a:t>・</a:t>
            </a:r>
            <a:r>
              <a:rPr kumimoji="1" lang="en-US" altLang="ja-JP" sz="2400" b="1" i="0" u="none" strike="noStrike" kern="1200" cap="none" spc="0" normalizeH="0" baseline="0" noProof="0" dirty="0">
                <a:ln>
                  <a:noFill/>
                </a:ln>
                <a:solidFill>
                  <a:srgbClr val="404040"/>
                </a:solidFill>
                <a:effectLst/>
                <a:uLnTx/>
                <a:uFillTx/>
                <a:latin typeface="Arial"/>
                <a:ea typeface="Meiryo UI"/>
                <a:cs typeface="+mj-cs"/>
              </a:rPr>
              <a:t>PDF(</a:t>
            </a:r>
            <a:r>
              <a:rPr kumimoji="1" lang="ja-JP" altLang="en-US" sz="2400" b="1" i="0" u="none" strike="noStrike" kern="1200" cap="none" spc="0" normalizeH="0" baseline="0" noProof="0" dirty="0">
                <a:ln>
                  <a:noFill/>
                </a:ln>
                <a:solidFill>
                  <a:srgbClr val="404040"/>
                </a:solidFill>
                <a:effectLst/>
                <a:uLnTx/>
                <a:uFillTx/>
                <a:latin typeface="Arial"/>
                <a:ea typeface="Meiryo UI"/>
                <a:cs typeface="+mj-cs"/>
              </a:rPr>
              <a:t>画像</a:t>
            </a:r>
            <a:r>
              <a:rPr kumimoji="1" lang="en-US" altLang="ja-JP" sz="2400" b="1" i="0" u="none" strike="noStrike" kern="1200" cap="none" spc="0" normalizeH="0" baseline="0" noProof="0" dirty="0">
                <a:ln>
                  <a:noFill/>
                </a:ln>
                <a:solidFill>
                  <a:srgbClr val="404040"/>
                </a:solidFill>
                <a:effectLst/>
                <a:uLnTx/>
                <a:uFillTx/>
                <a:latin typeface="Arial"/>
                <a:ea typeface="Meiryo UI"/>
                <a:cs typeface="+mj-cs"/>
              </a:rPr>
              <a:t>PDF</a:t>
            </a:r>
            <a:r>
              <a:rPr kumimoji="1" lang="ja-JP" altLang="en-US" sz="2400" b="1" i="0" u="none" strike="noStrike" kern="1200" cap="none" spc="0" normalizeH="0" baseline="0" noProof="0" dirty="0">
                <a:ln>
                  <a:noFill/>
                </a:ln>
                <a:solidFill>
                  <a:srgbClr val="404040"/>
                </a:solidFill>
                <a:effectLst/>
                <a:uLnTx/>
                <a:uFillTx/>
                <a:latin typeface="Arial"/>
                <a:ea typeface="Meiryo UI"/>
                <a:cs typeface="+mj-cs"/>
              </a:rPr>
              <a:t>中の文書</a:t>
            </a:r>
            <a:r>
              <a:rPr kumimoji="1" lang="en-US" altLang="ja-JP" sz="2400" b="1" i="0" u="none" strike="noStrike" kern="1200" cap="none" spc="0" normalizeH="0" baseline="0" noProof="0" dirty="0">
                <a:ln>
                  <a:noFill/>
                </a:ln>
                <a:solidFill>
                  <a:srgbClr val="404040"/>
                </a:solidFill>
                <a:effectLst/>
                <a:uLnTx/>
                <a:uFillTx/>
                <a:latin typeface="Arial"/>
                <a:ea typeface="Meiryo UI"/>
                <a:cs typeface="+mj-cs"/>
              </a:rPr>
              <a:t>)</a:t>
            </a:r>
            <a:r>
              <a:rPr kumimoji="1" lang="ja-JP" altLang="en-US" sz="2400" b="1" i="0" u="none" strike="noStrike" kern="1200" cap="none" spc="0" normalizeH="0" baseline="0" noProof="0" dirty="0">
                <a:ln>
                  <a:noFill/>
                </a:ln>
                <a:solidFill>
                  <a:srgbClr val="404040"/>
                </a:solidFill>
                <a:effectLst/>
                <a:uLnTx/>
                <a:uFillTx/>
                <a:latin typeface="Arial"/>
                <a:ea typeface="Meiryo UI"/>
                <a:cs typeface="+mj-cs"/>
              </a:rPr>
              <a:t>、ワード、</a:t>
            </a:r>
            <a:r>
              <a:rPr kumimoji="1" lang="en-US" altLang="ja-JP" sz="2400" b="1" i="0" u="none" strike="noStrike" kern="1200" cap="none" spc="0" normalizeH="0" baseline="0" noProof="0" dirty="0">
                <a:ln>
                  <a:noFill/>
                </a:ln>
                <a:solidFill>
                  <a:srgbClr val="404040"/>
                </a:solidFill>
                <a:effectLst/>
                <a:uLnTx/>
                <a:uFillTx/>
                <a:latin typeface="Arial"/>
                <a:ea typeface="Meiryo UI"/>
                <a:cs typeface="+mj-cs"/>
              </a:rPr>
              <a:t>PowerPoint</a:t>
            </a:r>
            <a:r>
              <a:rPr kumimoji="1" lang="ja-JP" altLang="en-US" sz="2400" b="1" i="0" u="none" strike="noStrike" kern="1200" cap="none" spc="0" normalizeH="0" baseline="0" noProof="0" dirty="0">
                <a:ln>
                  <a:noFill/>
                </a:ln>
                <a:solidFill>
                  <a:srgbClr val="404040"/>
                </a:solidFill>
                <a:effectLst/>
                <a:uLnTx/>
                <a:uFillTx/>
                <a:latin typeface="Arial"/>
                <a:ea typeface="Meiryo UI"/>
                <a:cs typeface="+mj-cs"/>
              </a:rPr>
              <a:t>、</a:t>
            </a:r>
            <a:r>
              <a:rPr kumimoji="1" lang="en-US" altLang="ja-JP" sz="2400" b="1" i="0" u="none" strike="noStrike" kern="1200" cap="none" spc="0" normalizeH="0" baseline="0" noProof="0" dirty="0">
                <a:ln>
                  <a:noFill/>
                </a:ln>
                <a:solidFill>
                  <a:srgbClr val="404040"/>
                </a:solidFill>
                <a:effectLst/>
                <a:uLnTx/>
                <a:uFillTx/>
                <a:latin typeface="Arial"/>
                <a:ea typeface="Meiryo UI"/>
                <a:cs typeface="+mj-cs"/>
              </a:rPr>
              <a:t>Excel</a:t>
            </a:r>
            <a:r>
              <a:rPr kumimoji="1" lang="ja-JP" altLang="en-US" sz="2400" b="1" i="0" u="none" strike="noStrike" kern="1200" cap="none" spc="0" normalizeH="0" baseline="0" noProof="0" dirty="0">
                <a:ln>
                  <a:noFill/>
                </a:ln>
                <a:solidFill>
                  <a:srgbClr val="404040"/>
                </a:solidFill>
                <a:effectLst/>
                <a:uLnTx/>
                <a:uFillTx/>
                <a:latin typeface="Arial"/>
                <a:ea typeface="Meiryo UI"/>
                <a:cs typeface="+mj-cs"/>
              </a:rPr>
              <a:t>のファイルデータを対象に検索可能</a:t>
            </a:r>
            <a:br>
              <a:rPr kumimoji="1" lang="en-US" altLang="ja-JP" sz="2400" b="1" i="0" u="none" strike="noStrike" kern="1200" cap="none" spc="0" normalizeH="0" baseline="0" noProof="0" dirty="0">
                <a:ln>
                  <a:noFill/>
                </a:ln>
                <a:solidFill>
                  <a:srgbClr val="404040"/>
                </a:solidFill>
                <a:effectLst/>
                <a:uLnTx/>
                <a:uFillTx/>
                <a:latin typeface="Arial"/>
                <a:ea typeface="Meiryo UI"/>
                <a:cs typeface="+mj-cs"/>
              </a:rPr>
            </a:br>
            <a:br>
              <a:rPr kumimoji="1" lang="en-US" altLang="ja-JP" sz="2400" b="1" i="0" u="none" strike="noStrike" kern="1200" cap="none" spc="0" normalizeH="0" baseline="0" noProof="0" dirty="0">
                <a:ln>
                  <a:noFill/>
                </a:ln>
                <a:solidFill>
                  <a:srgbClr val="404040"/>
                </a:solidFill>
                <a:effectLst/>
                <a:uLnTx/>
                <a:uFillTx/>
                <a:latin typeface="Arial"/>
                <a:ea typeface="Meiryo UI"/>
                <a:cs typeface="+mj-cs"/>
              </a:rPr>
            </a:br>
            <a:r>
              <a:rPr kumimoji="1" lang="ja-JP" altLang="en-US" sz="2400" b="1" i="0" u="none" strike="noStrike" kern="1200" cap="none" spc="0" normalizeH="0" baseline="0" noProof="0" dirty="0">
                <a:ln>
                  <a:noFill/>
                </a:ln>
                <a:solidFill>
                  <a:srgbClr val="404040"/>
                </a:solidFill>
                <a:effectLst/>
                <a:uLnTx/>
                <a:uFillTx/>
                <a:latin typeface="Arial"/>
                <a:ea typeface="Meiryo UI"/>
                <a:cs typeface="+mj-cs"/>
              </a:rPr>
              <a:t>・検索結果は、受付</a:t>
            </a:r>
            <a:r>
              <a:rPr kumimoji="1" lang="en-US" altLang="ja-JP" sz="2400" b="1" i="0" u="none" strike="noStrike" kern="1200" cap="none" spc="0" normalizeH="0" baseline="0" noProof="0" dirty="0">
                <a:ln>
                  <a:noFill/>
                </a:ln>
                <a:solidFill>
                  <a:srgbClr val="404040"/>
                </a:solidFill>
                <a:effectLst/>
                <a:uLnTx/>
                <a:uFillTx/>
                <a:latin typeface="Arial"/>
                <a:ea typeface="Meiryo UI"/>
                <a:cs typeface="+mj-cs"/>
              </a:rPr>
              <a:t>No</a:t>
            </a:r>
            <a:r>
              <a:rPr kumimoji="1" lang="ja-JP" altLang="en-US" sz="2400" b="1" i="0" u="none" strike="noStrike" kern="1200" cap="none" spc="0" normalizeH="0" baseline="0" noProof="0" dirty="0">
                <a:ln>
                  <a:noFill/>
                </a:ln>
                <a:solidFill>
                  <a:srgbClr val="404040"/>
                </a:solidFill>
                <a:effectLst/>
                <a:uLnTx/>
                <a:uFillTx/>
                <a:latin typeface="Arial"/>
                <a:ea typeface="Meiryo UI"/>
                <a:cs typeface="+mj-cs"/>
              </a:rPr>
              <a:t>だけではなく、分析手法・結果の要約として表示してほしい</a:t>
            </a:r>
            <a:br>
              <a:rPr kumimoji="1" lang="en-US" altLang="ja-JP" sz="2400" b="1" i="0" u="none" strike="noStrike" kern="1200" cap="none" spc="0" normalizeH="0" baseline="0" noProof="0" dirty="0">
                <a:ln>
                  <a:noFill/>
                </a:ln>
                <a:solidFill>
                  <a:srgbClr val="404040"/>
                </a:solidFill>
                <a:effectLst/>
                <a:uLnTx/>
                <a:uFillTx/>
                <a:latin typeface="Arial"/>
                <a:ea typeface="Meiryo UI"/>
                <a:cs typeface="+mj-cs"/>
              </a:rPr>
            </a:br>
            <a:endParaRPr kumimoji="1" lang="ja-JP" altLang="en-US" sz="2400" b="1" i="0" u="none" strike="noStrike" kern="1200" cap="none" spc="0" normalizeH="0" baseline="0" noProof="0" dirty="0">
              <a:ln>
                <a:noFill/>
              </a:ln>
              <a:solidFill>
                <a:srgbClr val="404040"/>
              </a:solidFill>
              <a:effectLst/>
              <a:uLnTx/>
              <a:uFillTx/>
              <a:latin typeface="Arial"/>
              <a:ea typeface="Meiryo UI"/>
              <a:cs typeface="+mj-cs"/>
            </a:endParaRPr>
          </a:p>
        </p:txBody>
      </p:sp>
    </p:spTree>
    <p:extLst>
      <p:ext uri="{BB962C8B-B14F-4D97-AF65-F5344CB8AC3E}">
        <p14:creationId xmlns:p14="http://schemas.microsoft.com/office/powerpoint/2010/main" val="6170602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AME" val="Rectangle"/>
</p:tagLst>
</file>

<file path=ppt/tags/tag2.xml><?xml version="1.0" encoding="utf-8"?>
<p:tagLst xmlns:a="http://schemas.openxmlformats.org/drawingml/2006/main" xmlns:r="http://schemas.openxmlformats.org/officeDocument/2006/relationships" xmlns:p="http://schemas.openxmlformats.org/presentationml/2006/main">
  <p:tag name="NAME" val="Rectangle"/>
</p:tagLst>
</file>

<file path=ppt/tags/tag3.xml><?xml version="1.0" encoding="utf-8"?>
<p:tagLst xmlns:a="http://schemas.openxmlformats.org/drawingml/2006/main" xmlns:r="http://schemas.openxmlformats.org/officeDocument/2006/relationships" xmlns:p="http://schemas.openxmlformats.org/presentationml/2006/main">
  <p:tag name="NAME" val="Rectangle"/>
</p:tagLst>
</file>

<file path=ppt/theme/theme1.xml><?xml version="1.0" encoding="utf-8"?>
<a:theme xmlns:a="http://schemas.openxmlformats.org/drawingml/2006/main" name="標準_standard">
  <a:themeElements>
    <a:clrScheme name="Furukawa">
      <a:dk1>
        <a:srgbClr val="000000"/>
      </a:dk1>
      <a:lt1>
        <a:srgbClr val="FFFFFF"/>
      </a:lt1>
      <a:dk2>
        <a:srgbClr val="002F6C"/>
      </a:dk2>
      <a:lt2>
        <a:srgbClr val="FFFFFF"/>
      </a:lt2>
      <a:accent1>
        <a:srgbClr val="005EB8"/>
      </a:accent1>
      <a:accent2>
        <a:srgbClr val="00B5E2"/>
      </a:accent2>
      <a:accent3>
        <a:srgbClr val="8CDEF2"/>
      </a:accent3>
      <a:accent4>
        <a:srgbClr val="D9F4FB"/>
      </a:accent4>
      <a:accent5>
        <a:srgbClr val="E3E3E3"/>
      </a:accent5>
      <a:accent6>
        <a:srgbClr val="F8485E"/>
      </a:accent6>
      <a:hlink>
        <a:srgbClr val="002F6C"/>
      </a:hlink>
      <a:folHlink>
        <a:srgbClr val="00B5E2"/>
      </a:folHlink>
    </a:clrScheme>
    <a:fontScheme name="Furukawa2025">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20000"/>
            <a:lumOff val="80000"/>
          </a:schemeClr>
        </a:solidFill>
        <a:ln w="12700">
          <a:solidFill>
            <a:schemeClr val="bg1"/>
          </a:solidFill>
        </a:ln>
      </a:spPr>
      <a:bodyPr rtlCol="0" anchor="ctr"/>
      <a:lstStyle>
        <a:defPPr algn="ctr">
          <a:defRPr kumimoji="1" sz="18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1"/>
          </a:solidFill>
          <a:tailEnd type="none"/>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kumimoji="1" sz="1800" dirty="0" smtClean="0"/>
        </a:defPPr>
      </a:lstStyle>
    </a:txDef>
  </a:objectDefaults>
  <a:extraClrSchemeLst/>
  <a:extLst>
    <a:ext uri="{05A4C25C-085E-4340-85A3-A5531E510DB2}">
      <thm15:themeFamily xmlns:thm15="http://schemas.microsoft.com/office/thememl/2012/main" name="PowerPoint_template_16x9_v2.pptx" id="{B49535C5-D4A5-4C1D-9EA0-AA7EEEC6AC86}" vid="{FFDA8979-DE0A-481B-86A2-9ED30A67A0F3}"/>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f503025-0797-4f72-a28e-244104adfb4f" xsi:nil="true"/>
    <lcf76f155ced4ddcb4097134ff3c332f xmlns="b600d8b3-3756-46ac-92f8-d299a6009a21">
      <Terms xmlns="http://schemas.microsoft.com/office/infopath/2007/PartnerControls"/>
    </lcf76f155ced4ddcb4097134ff3c332f>
    <Thumbnail xmlns="b600d8b3-3756-46ac-92f8-d299a6009a2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11BCCF3167F8A244B693782F899865DF" ma:contentTypeVersion="17" ma:contentTypeDescription="新しいドキュメントを作成します。" ma:contentTypeScope="" ma:versionID="6f0caf319a81541ca541c080407da9e7">
  <xsd:schema xmlns:xsd="http://www.w3.org/2001/XMLSchema" xmlns:xs="http://www.w3.org/2001/XMLSchema" xmlns:p="http://schemas.microsoft.com/office/2006/metadata/properties" xmlns:ns2="b600d8b3-3756-46ac-92f8-d299a6009a21" xmlns:ns3="5f503025-0797-4f72-a28e-244104adfb4f" targetNamespace="http://schemas.microsoft.com/office/2006/metadata/properties" ma:root="true" ma:fieldsID="d48244d78a18ea4b7e2c3437f5153cae" ns2:_="" ns3:_="">
    <xsd:import namespace="b600d8b3-3756-46ac-92f8-d299a6009a21"/>
    <xsd:import namespace="5f503025-0797-4f72-a28e-244104adfb4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Thumbnail" minOccurs="0"/>
                <xsd:element ref="ns2:MediaServiceObjectDetectorVersions" minOccurs="0"/>
                <xsd:element ref="ns2:MediaServiceSearchProperties" minOccurs="0"/>
                <xsd:element ref="ns2:lcf76f155ced4ddcb4097134ff3c332f" minOccurs="0"/>
                <xsd:element ref="ns3: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00d8b3-3756-46ac-92f8-d299a6009a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Thumbnail" ma:index="15" nillable="true" ma:displayName="Thumbnail" ma:format="Thumbnail" ma:internalName="Thumbnail">
      <xsd:simpleType>
        <xsd:restriction base="dms:Unknow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画像タグ" ma:readOnly="false" ma:fieldId="{5cf76f15-5ced-4ddc-b409-7134ff3c332f}" ma:taxonomyMulti="true" ma:sspId="ff2cb0df-550a-407e-b653-309ca6aff567" ma:termSetId="09814cd3-568e-fe90-9814-8d621ff8fb84" ma:anchorId="fba54fb3-c3e1-fe81-a776-ca4b69148c4d" ma:open="true" ma:isKeyword="false">
      <xsd:complexType>
        <xsd:sequence>
          <xsd:element ref="pc:Terms" minOccurs="0" maxOccurs="1"/>
        </xsd:sequence>
      </xsd:complex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f503025-0797-4f72-a28e-244104adfb4f"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4a2443a-492a-42e7-b52e-4fcda9bb9931}" ma:internalName="TaxCatchAll" ma:showField="CatchAllData" ma:web="5f503025-0797-4f72-a28e-244104adfb4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A4D5C6A-2B8B-442C-A4F2-932E7B539F14}">
  <ds:schemaRefs>
    <ds:schemaRef ds:uri="http://schemas.microsoft.com/office/2006/metadata/properties"/>
    <ds:schemaRef ds:uri="http://schemas.microsoft.com/office/infopath/2007/PartnerControls"/>
    <ds:schemaRef ds:uri="5f503025-0797-4f72-a28e-244104adfb4f"/>
    <ds:schemaRef ds:uri="b600d8b3-3756-46ac-92f8-d299a6009a21"/>
  </ds:schemaRefs>
</ds:datastoreItem>
</file>

<file path=customXml/itemProps2.xml><?xml version="1.0" encoding="utf-8"?>
<ds:datastoreItem xmlns:ds="http://schemas.openxmlformats.org/officeDocument/2006/customXml" ds:itemID="{8C7E12F0-18E1-4E5B-AF76-DF6721B394B3}">
  <ds:schemaRefs>
    <ds:schemaRef ds:uri="http://schemas.microsoft.com/sharepoint/v3/contenttype/forms"/>
  </ds:schemaRefs>
</ds:datastoreItem>
</file>

<file path=customXml/itemProps3.xml><?xml version="1.0" encoding="utf-8"?>
<ds:datastoreItem xmlns:ds="http://schemas.openxmlformats.org/officeDocument/2006/customXml" ds:itemID="{376CE6CF-4E28-4D35-9560-F4F354D56A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00d8b3-3756-46ac-92f8-d299a6009a21"/>
    <ds:schemaRef ds:uri="5f503025-0797-4f72-a28e-244104adfb4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PowerPoint_template_16x9_v3</Template>
  <TotalTime>9</TotalTime>
  <Words>484</Words>
  <Application>Microsoft Office PowerPoint</Application>
  <PresentationFormat>ワイド画面</PresentationFormat>
  <Paragraphs>62</Paragraphs>
  <Slides>3</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vt:i4>
      </vt:variant>
    </vt:vector>
  </HeadingPairs>
  <TitlesOfParts>
    <vt:vector size="7" baseType="lpstr">
      <vt:lpstr>Meiryo UI</vt:lpstr>
      <vt:lpstr>Yu Gothic Medium</vt:lpstr>
      <vt:lpstr>Arial</vt:lpstr>
      <vt:lpstr>標準_standard</vt:lpstr>
      <vt:lpstr>PowerPoint プレゼンテーション</vt:lpstr>
      <vt:lpstr>PowerPoint プレゼンテーション</vt:lpstr>
      <vt:lpstr>実現したいこと</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飯塚　健児 / Kenji Iizuka</dc:creator>
  <cp:lastModifiedBy>飯塚　健児 / Kenji Iizuka</cp:lastModifiedBy>
  <cp:revision>1</cp:revision>
  <dcterms:created xsi:type="dcterms:W3CDTF">2026-04-30T07:56:24Z</dcterms:created>
  <dcterms:modified xsi:type="dcterms:W3CDTF">2026-04-30T08:05:57Z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0x01010011BCCF3167F8A244B693782F899865DF</vt:lpwstr>
  </property>
</Properties>
</file>